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TT Lakes Neue Expanded Bold" charset="1" panose="02010001040000080307"/>
      <p:regular r:id="rId14"/>
    </p:embeddedFont>
    <p:embeddedFont>
      <p:font typeface="Poppins" charset="1" panose="00000500000000000000"/>
      <p:regular r:id="rId15"/>
    </p:embeddedFont>
    <p:embeddedFont>
      <p:font typeface="Poppins Bold" charset="1" panose="000008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3.png" Type="http://schemas.openxmlformats.org/officeDocument/2006/relationships/image"/><Relationship Id="rId7" Target="../media/image14.png" Type="http://schemas.openxmlformats.org/officeDocument/2006/relationships/image"/><Relationship Id="rId8" Target="../media/image15.sv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11.svg" Type="http://schemas.openxmlformats.org/officeDocument/2006/relationships/image"/><Relationship Id="rId12" Target="../media/image22.png" Type="http://schemas.openxmlformats.org/officeDocument/2006/relationships/image"/><Relationship Id="rId13" Target="../media/image3.png" Type="http://schemas.openxmlformats.org/officeDocument/2006/relationships/image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20.png" Type="http://schemas.openxmlformats.org/officeDocument/2006/relationships/image"/><Relationship Id="rId9" Target="../media/image21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png" Type="http://schemas.openxmlformats.org/officeDocument/2006/relationships/image"/><Relationship Id="rId11" Target="../media/image27.svg" Type="http://schemas.openxmlformats.org/officeDocument/2006/relationships/image"/><Relationship Id="rId2" Target="../media/image23.png" Type="http://schemas.openxmlformats.org/officeDocument/2006/relationships/image"/><Relationship Id="rId3" Target="../media/image2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3.png" Type="http://schemas.openxmlformats.org/officeDocument/2006/relationships/image"/><Relationship Id="rId9" Target="../media/image2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25.png" Type="http://schemas.openxmlformats.org/officeDocument/2006/relationships/image"/><Relationship Id="rId8" Target="../media/image26.png" Type="http://schemas.openxmlformats.org/officeDocument/2006/relationships/image"/><Relationship Id="rId9" Target="../media/image27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svg" Type="http://schemas.openxmlformats.org/officeDocument/2006/relationships/image"/><Relationship Id="rId2" Target="../media/image3.pn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28.png" Type="http://schemas.openxmlformats.org/officeDocument/2006/relationships/image"/><Relationship Id="rId6" Target="../media/image29.svg" Type="http://schemas.openxmlformats.org/officeDocument/2006/relationships/image"/><Relationship Id="rId7" Target="../media/image30.png" Type="http://schemas.openxmlformats.org/officeDocument/2006/relationships/image"/><Relationship Id="rId8" Target="../media/image31.svg" Type="http://schemas.openxmlformats.org/officeDocument/2006/relationships/image"/><Relationship Id="rId9" Target="../media/image3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97B2">
                <a:alpha val="100000"/>
              </a:srgbClr>
            </a:gs>
            <a:gs pos="50000">
              <a:srgbClr val="3A6A9E">
                <a:alpha val="100000"/>
              </a:srgbClr>
            </a:gs>
            <a:gs pos="100000">
              <a:srgbClr val="103863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771865" y="-485270"/>
            <a:ext cx="11706247" cy="11706247"/>
          </a:xfrm>
          <a:custGeom>
            <a:avLst/>
            <a:gdLst/>
            <a:ahLst/>
            <a:cxnLst/>
            <a:rect r="r" b="b" t="t" l="l"/>
            <a:pathLst>
              <a:path h="11706247" w="11706247">
                <a:moveTo>
                  <a:pt x="0" y="0"/>
                </a:moveTo>
                <a:lnTo>
                  <a:pt x="11706247" y="0"/>
                </a:lnTo>
                <a:lnTo>
                  <a:pt x="11706247" y="11706247"/>
                </a:lnTo>
                <a:lnTo>
                  <a:pt x="0" y="117062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955865" y="837130"/>
            <a:ext cx="6994113" cy="8229600"/>
          </a:xfrm>
          <a:custGeom>
            <a:avLst/>
            <a:gdLst/>
            <a:ahLst/>
            <a:cxnLst/>
            <a:rect r="r" b="b" t="t" l="l"/>
            <a:pathLst>
              <a:path h="8229600" w="6994113">
                <a:moveTo>
                  <a:pt x="0" y="0"/>
                </a:moveTo>
                <a:lnTo>
                  <a:pt x="6994113" y="0"/>
                </a:lnTo>
                <a:lnTo>
                  <a:pt x="699411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5033811" y="837130"/>
            <a:ext cx="6994113" cy="8229600"/>
          </a:xfrm>
          <a:custGeom>
            <a:avLst/>
            <a:gdLst/>
            <a:ahLst/>
            <a:cxnLst/>
            <a:rect r="r" b="b" t="t" l="l"/>
            <a:pathLst>
              <a:path h="8229600" w="6994113">
                <a:moveTo>
                  <a:pt x="0" y="0"/>
                </a:moveTo>
                <a:lnTo>
                  <a:pt x="6994112" y="0"/>
                </a:lnTo>
                <a:lnTo>
                  <a:pt x="699411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1600418"/>
            <a:ext cx="16514364" cy="7086163"/>
          </a:xfrm>
          <a:custGeom>
            <a:avLst/>
            <a:gdLst/>
            <a:ahLst/>
            <a:cxnLst/>
            <a:rect r="r" b="b" t="t" l="l"/>
            <a:pathLst>
              <a:path h="7086163" w="16514364">
                <a:moveTo>
                  <a:pt x="0" y="0"/>
                </a:moveTo>
                <a:lnTo>
                  <a:pt x="16514364" y="0"/>
                </a:lnTo>
                <a:lnTo>
                  <a:pt x="16514364" y="7086164"/>
                </a:lnTo>
                <a:lnTo>
                  <a:pt x="0" y="708616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467006" y="1316099"/>
            <a:ext cx="4292360" cy="5991873"/>
          </a:xfrm>
          <a:custGeom>
            <a:avLst/>
            <a:gdLst/>
            <a:ahLst/>
            <a:cxnLst/>
            <a:rect r="r" b="b" t="t" l="l"/>
            <a:pathLst>
              <a:path h="5991873" w="4292360">
                <a:moveTo>
                  <a:pt x="0" y="0"/>
                </a:moveTo>
                <a:lnTo>
                  <a:pt x="4292360" y="0"/>
                </a:lnTo>
                <a:lnTo>
                  <a:pt x="4292360" y="5991874"/>
                </a:lnTo>
                <a:lnTo>
                  <a:pt x="0" y="599187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930173" y="1844058"/>
            <a:ext cx="5522749" cy="7047591"/>
          </a:xfrm>
          <a:custGeom>
            <a:avLst/>
            <a:gdLst/>
            <a:ahLst/>
            <a:cxnLst/>
            <a:rect r="r" b="b" t="t" l="l"/>
            <a:pathLst>
              <a:path h="7047591" w="5522749">
                <a:moveTo>
                  <a:pt x="0" y="0"/>
                </a:moveTo>
                <a:lnTo>
                  <a:pt x="5522748" y="0"/>
                </a:lnTo>
                <a:lnTo>
                  <a:pt x="5522748" y="7047591"/>
                </a:lnTo>
                <a:lnTo>
                  <a:pt x="0" y="704759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536403" y="5250573"/>
            <a:ext cx="4637582" cy="4114800"/>
          </a:xfrm>
          <a:custGeom>
            <a:avLst/>
            <a:gdLst/>
            <a:ahLst/>
            <a:cxnLst/>
            <a:rect r="r" b="b" t="t" l="l"/>
            <a:pathLst>
              <a:path h="4114800" w="4637582">
                <a:moveTo>
                  <a:pt x="0" y="0"/>
                </a:moveTo>
                <a:lnTo>
                  <a:pt x="4637582" y="0"/>
                </a:lnTo>
                <a:lnTo>
                  <a:pt x="46375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131751" y="1993959"/>
            <a:ext cx="685996" cy="518768"/>
          </a:xfrm>
          <a:custGeom>
            <a:avLst/>
            <a:gdLst/>
            <a:ahLst/>
            <a:cxnLst/>
            <a:rect r="r" b="b" t="t" l="l"/>
            <a:pathLst>
              <a:path h="518768" w="685996">
                <a:moveTo>
                  <a:pt x="0" y="0"/>
                </a:moveTo>
                <a:lnTo>
                  <a:pt x="685997" y="0"/>
                </a:lnTo>
                <a:lnTo>
                  <a:pt x="685997" y="518768"/>
                </a:lnTo>
                <a:lnTo>
                  <a:pt x="0" y="51876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071668" y="1963445"/>
            <a:ext cx="549282" cy="549282"/>
          </a:xfrm>
          <a:custGeom>
            <a:avLst/>
            <a:gdLst/>
            <a:ahLst/>
            <a:cxnLst/>
            <a:rect r="r" b="b" t="t" l="l"/>
            <a:pathLst>
              <a:path h="549282" w="549282">
                <a:moveTo>
                  <a:pt x="0" y="0"/>
                </a:moveTo>
                <a:lnTo>
                  <a:pt x="549282" y="0"/>
                </a:lnTo>
                <a:lnTo>
                  <a:pt x="549282" y="549282"/>
                </a:lnTo>
                <a:lnTo>
                  <a:pt x="0" y="549282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7600950" y="9365373"/>
            <a:ext cx="3086100" cy="308610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2716" y="0"/>
                  </a:moveTo>
                  <a:lnTo>
                    <a:pt x="750084" y="0"/>
                  </a:lnTo>
                  <a:cubicBezTo>
                    <a:pt x="766717" y="0"/>
                    <a:pt x="782669" y="6608"/>
                    <a:pt x="794431" y="18369"/>
                  </a:cubicBezTo>
                  <a:cubicBezTo>
                    <a:pt x="806192" y="30131"/>
                    <a:pt x="812800" y="46083"/>
                    <a:pt x="812800" y="62716"/>
                  </a:cubicBezTo>
                  <a:lnTo>
                    <a:pt x="812800" y="750084"/>
                  </a:lnTo>
                  <a:cubicBezTo>
                    <a:pt x="812800" y="766717"/>
                    <a:pt x="806192" y="782669"/>
                    <a:pt x="794431" y="794431"/>
                  </a:cubicBezTo>
                  <a:cubicBezTo>
                    <a:pt x="782669" y="806192"/>
                    <a:pt x="766717" y="812800"/>
                    <a:pt x="750084" y="812800"/>
                  </a:cubicBezTo>
                  <a:lnTo>
                    <a:pt x="62716" y="812800"/>
                  </a:lnTo>
                  <a:cubicBezTo>
                    <a:pt x="46083" y="812800"/>
                    <a:pt x="30131" y="806192"/>
                    <a:pt x="18369" y="794431"/>
                  </a:cubicBezTo>
                  <a:cubicBezTo>
                    <a:pt x="6608" y="782669"/>
                    <a:pt x="0" y="766717"/>
                    <a:pt x="0" y="750084"/>
                  </a:cubicBezTo>
                  <a:lnTo>
                    <a:pt x="0" y="62716"/>
                  </a:lnTo>
                  <a:cubicBezTo>
                    <a:pt x="0" y="46083"/>
                    <a:pt x="6608" y="30131"/>
                    <a:pt x="18369" y="18369"/>
                  </a:cubicBezTo>
                  <a:cubicBezTo>
                    <a:pt x="30131" y="6608"/>
                    <a:pt x="46083" y="0"/>
                    <a:pt x="6271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28575"/>
              <a:ext cx="8128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005103" y="3268063"/>
            <a:ext cx="14277794" cy="1875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95"/>
              </a:lnSpc>
            </a:pPr>
            <a:r>
              <a:rPr lang="en-US" sz="6948" b="true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SISTEMA ESTACIONAMIENTO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990831" y="2156189"/>
            <a:ext cx="1678700" cy="181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3"/>
              </a:lnSpc>
            </a:pPr>
            <a:r>
              <a:rPr lang="en-US" sz="1317" b="true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POO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131751" y="5970611"/>
            <a:ext cx="7798421" cy="1669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b="true" sz="2139">
                <a:solidFill>
                  <a:srgbClr val="000000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ASTRIT AIRAN CETZAL CETZAL</a:t>
            </a:r>
          </a:p>
          <a:p>
            <a:pPr algn="l">
              <a:lnSpc>
                <a:spcPts val="2246"/>
              </a:lnSpc>
            </a:pPr>
            <a:r>
              <a:rPr lang="en-US" b="true" sz="2139">
                <a:solidFill>
                  <a:srgbClr val="000000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VENUS GETSEMANÍ SEMINO ALEMAN</a:t>
            </a:r>
          </a:p>
          <a:p>
            <a:pPr algn="l">
              <a:lnSpc>
                <a:spcPts val="2246"/>
              </a:lnSpc>
            </a:pPr>
            <a:r>
              <a:rPr lang="en-US" b="true" sz="2139">
                <a:solidFill>
                  <a:srgbClr val="000000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EURUVIEL MARQUEZ MARTINES</a:t>
            </a:r>
          </a:p>
          <a:p>
            <a:pPr algn="l">
              <a:lnSpc>
                <a:spcPts val="2246"/>
              </a:lnSpc>
            </a:pPr>
          </a:p>
          <a:p>
            <a:pPr algn="l">
              <a:lnSpc>
                <a:spcPts val="2246"/>
              </a:lnSpc>
            </a:pPr>
            <a:r>
              <a:rPr lang="en-US" b="true" sz="2139">
                <a:solidFill>
                  <a:srgbClr val="000000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26/01/2026</a:t>
            </a:r>
          </a:p>
          <a:p>
            <a:pPr algn="l">
              <a:lnSpc>
                <a:spcPts val="2246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8245241" y="9751450"/>
            <a:ext cx="1684932" cy="233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6"/>
              </a:lnSpc>
            </a:pPr>
            <a:r>
              <a:rPr lang="en-US" b="true" sz="1739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PAGE 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97B2">
                <a:alpha val="100000"/>
              </a:srgbClr>
            </a:gs>
            <a:gs pos="50000">
              <a:srgbClr val="3A6A9E">
                <a:alpha val="100000"/>
              </a:srgbClr>
            </a:gs>
            <a:gs pos="100000">
              <a:srgbClr val="103863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504799" y="-4310074"/>
            <a:ext cx="11706247" cy="11706247"/>
          </a:xfrm>
          <a:custGeom>
            <a:avLst/>
            <a:gdLst/>
            <a:ahLst/>
            <a:cxnLst/>
            <a:rect r="r" b="b" t="t" l="l"/>
            <a:pathLst>
              <a:path h="11706247" w="11706247">
                <a:moveTo>
                  <a:pt x="0" y="0"/>
                </a:moveTo>
                <a:lnTo>
                  <a:pt x="11706248" y="0"/>
                </a:lnTo>
                <a:lnTo>
                  <a:pt x="11706248" y="11706248"/>
                </a:lnTo>
                <a:lnTo>
                  <a:pt x="0" y="117062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365251" y="-1543050"/>
            <a:ext cx="4199655" cy="3086100"/>
            <a:chOff x="0" y="0"/>
            <a:chExt cx="1106082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06082" cy="812800"/>
            </a:xfrm>
            <a:custGeom>
              <a:avLst/>
              <a:gdLst/>
              <a:ahLst/>
              <a:cxnLst/>
              <a:rect r="r" b="b" t="t" l="l"/>
              <a:pathLst>
                <a:path h="812800" w="1106082">
                  <a:moveTo>
                    <a:pt x="46087" y="0"/>
                  </a:moveTo>
                  <a:lnTo>
                    <a:pt x="1059995" y="0"/>
                  </a:lnTo>
                  <a:cubicBezTo>
                    <a:pt x="1072218" y="0"/>
                    <a:pt x="1083941" y="4856"/>
                    <a:pt x="1092584" y="13498"/>
                  </a:cubicBezTo>
                  <a:cubicBezTo>
                    <a:pt x="1101226" y="22141"/>
                    <a:pt x="1106082" y="33864"/>
                    <a:pt x="1106082" y="46087"/>
                  </a:cubicBezTo>
                  <a:lnTo>
                    <a:pt x="1106082" y="766713"/>
                  </a:lnTo>
                  <a:cubicBezTo>
                    <a:pt x="1106082" y="778936"/>
                    <a:pt x="1101226" y="790659"/>
                    <a:pt x="1092584" y="799302"/>
                  </a:cubicBezTo>
                  <a:cubicBezTo>
                    <a:pt x="1083941" y="807944"/>
                    <a:pt x="1072218" y="812800"/>
                    <a:pt x="1059995" y="812800"/>
                  </a:cubicBezTo>
                  <a:lnTo>
                    <a:pt x="46087" y="812800"/>
                  </a:lnTo>
                  <a:cubicBezTo>
                    <a:pt x="33864" y="812800"/>
                    <a:pt x="22141" y="807944"/>
                    <a:pt x="13498" y="799302"/>
                  </a:cubicBezTo>
                  <a:cubicBezTo>
                    <a:pt x="4856" y="790659"/>
                    <a:pt x="0" y="778936"/>
                    <a:pt x="0" y="766713"/>
                  </a:cubicBezTo>
                  <a:lnTo>
                    <a:pt x="0" y="46087"/>
                  </a:lnTo>
                  <a:cubicBezTo>
                    <a:pt x="0" y="33864"/>
                    <a:pt x="4856" y="22141"/>
                    <a:pt x="13498" y="13498"/>
                  </a:cubicBezTo>
                  <a:cubicBezTo>
                    <a:pt x="22141" y="4856"/>
                    <a:pt x="33864" y="0"/>
                    <a:pt x="4608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1106082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28700" y="509932"/>
            <a:ext cx="685996" cy="518768"/>
          </a:xfrm>
          <a:custGeom>
            <a:avLst/>
            <a:gdLst/>
            <a:ahLst/>
            <a:cxnLst/>
            <a:rect r="r" b="b" t="t" l="l"/>
            <a:pathLst>
              <a:path h="518768" w="685996">
                <a:moveTo>
                  <a:pt x="0" y="0"/>
                </a:moveTo>
                <a:lnTo>
                  <a:pt x="685996" y="0"/>
                </a:lnTo>
                <a:lnTo>
                  <a:pt x="685996" y="518768"/>
                </a:lnTo>
                <a:lnTo>
                  <a:pt x="0" y="5187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7600950" y="9365373"/>
            <a:ext cx="3086100" cy="308610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2716" y="0"/>
                  </a:moveTo>
                  <a:lnTo>
                    <a:pt x="750084" y="0"/>
                  </a:lnTo>
                  <a:cubicBezTo>
                    <a:pt x="766717" y="0"/>
                    <a:pt x="782669" y="6608"/>
                    <a:pt x="794431" y="18369"/>
                  </a:cubicBezTo>
                  <a:cubicBezTo>
                    <a:pt x="806192" y="30131"/>
                    <a:pt x="812800" y="46083"/>
                    <a:pt x="812800" y="62716"/>
                  </a:cubicBezTo>
                  <a:lnTo>
                    <a:pt x="812800" y="750084"/>
                  </a:lnTo>
                  <a:cubicBezTo>
                    <a:pt x="812800" y="766717"/>
                    <a:pt x="806192" y="782669"/>
                    <a:pt x="794431" y="794431"/>
                  </a:cubicBezTo>
                  <a:cubicBezTo>
                    <a:pt x="782669" y="806192"/>
                    <a:pt x="766717" y="812800"/>
                    <a:pt x="750084" y="812800"/>
                  </a:cubicBezTo>
                  <a:lnTo>
                    <a:pt x="62716" y="812800"/>
                  </a:lnTo>
                  <a:cubicBezTo>
                    <a:pt x="46083" y="812800"/>
                    <a:pt x="30131" y="806192"/>
                    <a:pt x="18369" y="794431"/>
                  </a:cubicBezTo>
                  <a:cubicBezTo>
                    <a:pt x="6608" y="782669"/>
                    <a:pt x="0" y="766717"/>
                    <a:pt x="0" y="750084"/>
                  </a:cubicBezTo>
                  <a:lnTo>
                    <a:pt x="0" y="62716"/>
                  </a:lnTo>
                  <a:cubicBezTo>
                    <a:pt x="0" y="46083"/>
                    <a:pt x="6608" y="30131"/>
                    <a:pt x="18369" y="18369"/>
                  </a:cubicBezTo>
                  <a:cubicBezTo>
                    <a:pt x="30131" y="6608"/>
                    <a:pt x="46083" y="0"/>
                    <a:pt x="6271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28575"/>
              <a:ext cx="8128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-4266984" y="2112846"/>
            <a:ext cx="6994113" cy="8229600"/>
          </a:xfrm>
          <a:custGeom>
            <a:avLst/>
            <a:gdLst/>
            <a:ahLst/>
            <a:cxnLst/>
            <a:rect r="r" b="b" t="t" l="l"/>
            <a:pathLst>
              <a:path h="8229600" w="6994113">
                <a:moveTo>
                  <a:pt x="0" y="0"/>
                </a:moveTo>
                <a:lnTo>
                  <a:pt x="6994113" y="0"/>
                </a:lnTo>
                <a:lnTo>
                  <a:pt x="699411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7130010" y="5422101"/>
            <a:ext cx="549282" cy="549282"/>
          </a:xfrm>
          <a:custGeom>
            <a:avLst/>
            <a:gdLst/>
            <a:ahLst/>
            <a:cxnLst/>
            <a:rect r="r" b="b" t="t" l="l"/>
            <a:pathLst>
              <a:path h="549282" w="549282">
                <a:moveTo>
                  <a:pt x="0" y="0"/>
                </a:moveTo>
                <a:lnTo>
                  <a:pt x="549282" y="0"/>
                </a:lnTo>
                <a:lnTo>
                  <a:pt x="549282" y="549282"/>
                </a:lnTo>
                <a:lnTo>
                  <a:pt x="0" y="54928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714696" y="3333887"/>
            <a:ext cx="5158126" cy="3610688"/>
          </a:xfrm>
          <a:custGeom>
            <a:avLst/>
            <a:gdLst/>
            <a:ahLst/>
            <a:cxnLst/>
            <a:rect r="r" b="b" t="t" l="l"/>
            <a:pathLst>
              <a:path h="3610688" w="5158126">
                <a:moveTo>
                  <a:pt x="0" y="0"/>
                </a:moveTo>
                <a:lnTo>
                  <a:pt x="5158126" y="0"/>
                </a:lnTo>
                <a:lnTo>
                  <a:pt x="5158126" y="3610689"/>
                </a:lnTo>
                <a:lnTo>
                  <a:pt x="0" y="361068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7983740" y="2613359"/>
            <a:ext cx="8928203" cy="4331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72"/>
              </a:lnSpc>
            </a:pPr>
            <a:r>
              <a:rPr lang="en-US" sz="8068" b="true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¿QUE SISTEMA ELEGIMOS Y PORQUE?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887779" y="672161"/>
            <a:ext cx="1678700" cy="356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3"/>
              </a:lnSpc>
            </a:pPr>
            <a:r>
              <a:rPr lang="en-US" sz="1317" b="true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THYNK UNLIMITED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245241" y="9751450"/>
            <a:ext cx="1684932" cy="233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6"/>
              </a:lnSpc>
            </a:pPr>
            <a:r>
              <a:rPr lang="en-US" b="true" sz="1739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PAGE 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97B2">
                <a:alpha val="100000"/>
              </a:srgbClr>
            </a:gs>
            <a:gs pos="50000">
              <a:srgbClr val="3A6A9E">
                <a:alpha val="100000"/>
              </a:srgbClr>
            </a:gs>
            <a:gs pos="100000">
              <a:srgbClr val="103863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600950" y="9365373"/>
            <a:ext cx="3086100" cy="308610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2716" y="0"/>
                  </a:moveTo>
                  <a:lnTo>
                    <a:pt x="750084" y="0"/>
                  </a:lnTo>
                  <a:cubicBezTo>
                    <a:pt x="766717" y="0"/>
                    <a:pt x="782669" y="6608"/>
                    <a:pt x="794431" y="18369"/>
                  </a:cubicBezTo>
                  <a:cubicBezTo>
                    <a:pt x="806192" y="30131"/>
                    <a:pt x="812800" y="46083"/>
                    <a:pt x="812800" y="62716"/>
                  </a:cubicBezTo>
                  <a:lnTo>
                    <a:pt x="812800" y="750084"/>
                  </a:lnTo>
                  <a:cubicBezTo>
                    <a:pt x="812800" y="766717"/>
                    <a:pt x="806192" y="782669"/>
                    <a:pt x="794431" y="794431"/>
                  </a:cubicBezTo>
                  <a:cubicBezTo>
                    <a:pt x="782669" y="806192"/>
                    <a:pt x="766717" y="812800"/>
                    <a:pt x="750084" y="812800"/>
                  </a:cubicBezTo>
                  <a:lnTo>
                    <a:pt x="62716" y="812800"/>
                  </a:lnTo>
                  <a:cubicBezTo>
                    <a:pt x="46083" y="812800"/>
                    <a:pt x="30131" y="806192"/>
                    <a:pt x="18369" y="794431"/>
                  </a:cubicBezTo>
                  <a:cubicBezTo>
                    <a:pt x="6608" y="782669"/>
                    <a:pt x="0" y="766717"/>
                    <a:pt x="0" y="750084"/>
                  </a:cubicBezTo>
                  <a:lnTo>
                    <a:pt x="0" y="62716"/>
                  </a:lnTo>
                  <a:cubicBezTo>
                    <a:pt x="0" y="46083"/>
                    <a:pt x="6608" y="30131"/>
                    <a:pt x="18369" y="18369"/>
                  </a:cubicBezTo>
                  <a:cubicBezTo>
                    <a:pt x="30131" y="6608"/>
                    <a:pt x="46083" y="0"/>
                    <a:pt x="6271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8128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00264" y="840906"/>
            <a:ext cx="17887472" cy="8116440"/>
          </a:xfrm>
          <a:custGeom>
            <a:avLst/>
            <a:gdLst/>
            <a:ahLst/>
            <a:cxnLst/>
            <a:rect r="r" b="b" t="t" l="l"/>
            <a:pathLst>
              <a:path h="8116440" w="17887472">
                <a:moveTo>
                  <a:pt x="0" y="0"/>
                </a:moveTo>
                <a:lnTo>
                  <a:pt x="17887472" y="0"/>
                </a:lnTo>
                <a:lnTo>
                  <a:pt x="17887472" y="8116440"/>
                </a:lnTo>
                <a:lnTo>
                  <a:pt x="0" y="81164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245241" y="9751450"/>
            <a:ext cx="1684932" cy="233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6"/>
              </a:lnSpc>
            </a:pPr>
            <a:r>
              <a:rPr lang="en-US" b="true" sz="1739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PAGE 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97B2">
                <a:alpha val="100000"/>
              </a:srgbClr>
            </a:gs>
            <a:gs pos="50000">
              <a:srgbClr val="3A6A9E">
                <a:alpha val="100000"/>
              </a:srgbClr>
            </a:gs>
            <a:gs pos="100000">
              <a:srgbClr val="103863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65251" y="-1543050"/>
            <a:ext cx="4199655" cy="3086100"/>
            <a:chOff x="0" y="0"/>
            <a:chExt cx="1106082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6082" cy="812800"/>
            </a:xfrm>
            <a:custGeom>
              <a:avLst/>
              <a:gdLst/>
              <a:ahLst/>
              <a:cxnLst/>
              <a:rect r="r" b="b" t="t" l="l"/>
              <a:pathLst>
                <a:path h="812800" w="1106082">
                  <a:moveTo>
                    <a:pt x="46087" y="0"/>
                  </a:moveTo>
                  <a:lnTo>
                    <a:pt x="1059995" y="0"/>
                  </a:lnTo>
                  <a:cubicBezTo>
                    <a:pt x="1072218" y="0"/>
                    <a:pt x="1083941" y="4856"/>
                    <a:pt x="1092584" y="13498"/>
                  </a:cubicBezTo>
                  <a:cubicBezTo>
                    <a:pt x="1101226" y="22141"/>
                    <a:pt x="1106082" y="33864"/>
                    <a:pt x="1106082" y="46087"/>
                  </a:cubicBezTo>
                  <a:lnTo>
                    <a:pt x="1106082" y="766713"/>
                  </a:lnTo>
                  <a:cubicBezTo>
                    <a:pt x="1106082" y="778936"/>
                    <a:pt x="1101226" y="790659"/>
                    <a:pt x="1092584" y="799302"/>
                  </a:cubicBezTo>
                  <a:cubicBezTo>
                    <a:pt x="1083941" y="807944"/>
                    <a:pt x="1072218" y="812800"/>
                    <a:pt x="1059995" y="812800"/>
                  </a:cubicBezTo>
                  <a:lnTo>
                    <a:pt x="46087" y="812800"/>
                  </a:lnTo>
                  <a:cubicBezTo>
                    <a:pt x="33864" y="812800"/>
                    <a:pt x="22141" y="807944"/>
                    <a:pt x="13498" y="799302"/>
                  </a:cubicBezTo>
                  <a:cubicBezTo>
                    <a:pt x="4856" y="790659"/>
                    <a:pt x="0" y="778936"/>
                    <a:pt x="0" y="766713"/>
                  </a:cubicBezTo>
                  <a:lnTo>
                    <a:pt x="0" y="46087"/>
                  </a:lnTo>
                  <a:cubicBezTo>
                    <a:pt x="0" y="33864"/>
                    <a:pt x="4856" y="22141"/>
                    <a:pt x="13498" y="13498"/>
                  </a:cubicBezTo>
                  <a:cubicBezTo>
                    <a:pt x="22141" y="4856"/>
                    <a:pt x="33864" y="0"/>
                    <a:pt x="4608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1106082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509932"/>
            <a:ext cx="685996" cy="518768"/>
          </a:xfrm>
          <a:custGeom>
            <a:avLst/>
            <a:gdLst/>
            <a:ahLst/>
            <a:cxnLst/>
            <a:rect r="r" b="b" t="t" l="l"/>
            <a:pathLst>
              <a:path h="518768" w="685996">
                <a:moveTo>
                  <a:pt x="0" y="0"/>
                </a:moveTo>
                <a:lnTo>
                  <a:pt x="685996" y="0"/>
                </a:lnTo>
                <a:lnTo>
                  <a:pt x="685996" y="518768"/>
                </a:lnTo>
                <a:lnTo>
                  <a:pt x="0" y="5187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71698" y="1908301"/>
            <a:ext cx="7038945" cy="12136111"/>
          </a:xfrm>
          <a:custGeom>
            <a:avLst/>
            <a:gdLst/>
            <a:ahLst/>
            <a:cxnLst/>
            <a:rect r="r" b="b" t="t" l="l"/>
            <a:pathLst>
              <a:path h="12136111" w="7038945">
                <a:moveTo>
                  <a:pt x="0" y="0"/>
                </a:moveTo>
                <a:lnTo>
                  <a:pt x="7038945" y="0"/>
                </a:lnTo>
                <a:lnTo>
                  <a:pt x="7038945" y="12136112"/>
                </a:lnTo>
                <a:lnTo>
                  <a:pt x="0" y="121361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7600950" y="9365373"/>
            <a:ext cx="3086100" cy="308610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2716" y="0"/>
                  </a:moveTo>
                  <a:lnTo>
                    <a:pt x="750084" y="0"/>
                  </a:lnTo>
                  <a:cubicBezTo>
                    <a:pt x="766717" y="0"/>
                    <a:pt x="782669" y="6608"/>
                    <a:pt x="794431" y="18369"/>
                  </a:cubicBezTo>
                  <a:cubicBezTo>
                    <a:pt x="806192" y="30131"/>
                    <a:pt x="812800" y="46083"/>
                    <a:pt x="812800" y="62716"/>
                  </a:cubicBezTo>
                  <a:lnTo>
                    <a:pt x="812800" y="750084"/>
                  </a:lnTo>
                  <a:cubicBezTo>
                    <a:pt x="812800" y="766717"/>
                    <a:pt x="806192" y="782669"/>
                    <a:pt x="794431" y="794431"/>
                  </a:cubicBezTo>
                  <a:cubicBezTo>
                    <a:pt x="782669" y="806192"/>
                    <a:pt x="766717" y="812800"/>
                    <a:pt x="750084" y="812800"/>
                  </a:cubicBezTo>
                  <a:lnTo>
                    <a:pt x="62716" y="812800"/>
                  </a:lnTo>
                  <a:cubicBezTo>
                    <a:pt x="46083" y="812800"/>
                    <a:pt x="30131" y="806192"/>
                    <a:pt x="18369" y="794431"/>
                  </a:cubicBezTo>
                  <a:cubicBezTo>
                    <a:pt x="6608" y="782669"/>
                    <a:pt x="0" y="766717"/>
                    <a:pt x="0" y="750084"/>
                  </a:cubicBezTo>
                  <a:lnTo>
                    <a:pt x="0" y="62716"/>
                  </a:lnTo>
                  <a:cubicBezTo>
                    <a:pt x="0" y="46083"/>
                    <a:pt x="6608" y="30131"/>
                    <a:pt x="18369" y="18369"/>
                  </a:cubicBezTo>
                  <a:cubicBezTo>
                    <a:pt x="30131" y="6608"/>
                    <a:pt x="46083" y="0"/>
                    <a:pt x="6271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28575"/>
              <a:ext cx="8128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9265131" y="8295864"/>
            <a:ext cx="549282" cy="549282"/>
          </a:xfrm>
          <a:custGeom>
            <a:avLst/>
            <a:gdLst/>
            <a:ahLst/>
            <a:cxnLst/>
            <a:rect r="r" b="b" t="t" l="l"/>
            <a:pathLst>
              <a:path h="549282" w="549282">
                <a:moveTo>
                  <a:pt x="0" y="0"/>
                </a:moveTo>
                <a:lnTo>
                  <a:pt x="549282" y="0"/>
                </a:lnTo>
                <a:lnTo>
                  <a:pt x="549282" y="549283"/>
                </a:lnTo>
                <a:lnTo>
                  <a:pt x="0" y="5492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881752" y="3880237"/>
            <a:ext cx="3428494" cy="8571235"/>
          </a:xfrm>
          <a:custGeom>
            <a:avLst/>
            <a:gdLst/>
            <a:ahLst/>
            <a:cxnLst/>
            <a:rect r="r" b="b" t="t" l="l"/>
            <a:pathLst>
              <a:path h="8571235" w="3428494">
                <a:moveTo>
                  <a:pt x="0" y="0"/>
                </a:moveTo>
                <a:lnTo>
                  <a:pt x="3428494" y="0"/>
                </a:lnTo>
                <a:lnTo>
                  <a:pt x="3428494" y="8571236"/>
                </a:lnTo>
                <a:lnTo>
                  <a:pt x="0" y="857123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10719" y="6292977"/>
            <a:ext cx="3342065" cy="2965323"/>
          </a:xfrm>
          <a:custGeom>
            <a:avLst/>
            <a:gdLst/>
            <a:ahLst/>
            <a:cxnLst/>
            <a:rect r="r" b="b" t="t" l="l"/>
            <a:pathLst>
              <a:path h="2965323" w="3342065">
                <a:moveTo>
                  <a:pt x="0" y="0"/>
                </a:moveTo>
                <a:lnTo>
                  <a:pt x="3342066" y="0"/>
                </a:lnTo>
                <a:lnTo>
                  <a:pt x="3342066" y="2965323"/>
                </a:lnTo>
                <a:lnTo>
                  <a:pt x="0" y="296532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851244" y="4248457"/>
            <a:ext cx="3436756" cy="7022937"/>
          </a:xfrm>
          <a:custGeom>
            <a:avLst/>
            <a:gdLst/>
            <a:ahLst/>
            <a:cxnLst/>
            <a:rect r="r" b="b" t="t" l="l"/>
            <a:pathLst>
              <a:path h="7022937" w="3436756">
                <a:moveTo>
                  <a:pt x="0" y="0"/>
                </a:moveTo>
                <a:lnTo>
                  <a:pt x="3436756" y="0"/>
                </a:lnTo>
                <a:lnTo>
                  <a:pt x="3436756" y="7022937"/>
                </a:lnTo>
                <a:lnTo>
                  <a:pt x="0" y="702293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103072" t="-33421" r="-287494" b="-1614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5303391" y="5653039"/>
            <a:ext cx="3342065" cy="2965323"/>
          </a:xfrm>
          <a:custGeom>
            <a:avLst/>
            <a:gdLst/>
            <a:ahLst/>
            <a:cxnLst/>
            <a:rect r="r" b="b" t="t" l="l"/>
            <a:pathLst>
              <a:path h="2965323" w="3342065">
                <a:moveTo>
                  <a:pt x="0" y="0"/>
                </a:moveTo>
                <a:lnTo>
                  <a:pt x="3342065" y="0"/>
                </a:lnTo>
                <a:lnTo>
                  <a:pt x="3342065" y="2965324"/>
                </a:lnTo>
                <a:lnTo>
                  <a:pt x="0" y="296532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4390656" y="-1681809"/>
            <a:ext cx="4607176" cy="5421018"/>
          </a:xfrm>
          <a:custGeom>
            <a:avLst/>
            <a:gdLst/>
            <a:ahLst/>
            <a:cxnLst/>
            <a:rect r="r" b="b" t="t" l="l"/>
            <a:pathLst>
              <a:path h="5421018" w="4607176">
                <a:moveTo>
                  <a:pt x="0" y="0"/>
                </a:moveTo>
                <a:lnTo>
                  <a:pt x="4607176" y="0"/>
                </a:lnTo>
                <a:lnTo>
                  <a:pt x="4607176" y="5421018"/>
                </a:lnTo>
                <a:lnTo>
                  <a:pt x="0" y="542101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9144000" y="2595545"/>
            <a:ext cx="7841328" cy="654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78"/>
              </a:lnSpc>
            </a:pPr>
            <a:r>
              <a:rPr lang="en-US" sz="4741" b="true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FLUJO DEL MAIN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-3396456" y="4248457"/>
            <a:ext cx="4607176" cy="5421018"/>
          </a:xfrm>
          <a:custGeom>
            <a:avLst/>
            <a:gdLst/>
            <a:ahLst/>
            <a:cxnLst/>
            <a:rect r="r" b="b" t="t" l="l"/>
            <a:pathLst>
              <a:path h="5421018" w="4607176">
                <a:moveTo>
                  <a:pt x="0" y="0"/>
                </a:moveTo>
                <a:lnTo>
                  <a:pt x="4607175" y="0"/>
                </a:lnTo>
                <a:lnTo>
                  <a:pt x="4607175" y="5421019"/>
                </a:lnTo>
                <a:lnTo>
                  <a:pt x="0" y="542101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887779" y="672161"/>
            <a:ext cx="1678700" cy="356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3"/>
              </a:lnSpc>
            </a:pPr>
            <a:r>
              <a:rPr lang="en-US" sz="1317" b="true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THYNK UNLIMITED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245241" y="9751450"/>
            <a:ext cx="1684932" cy="233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6"/>
              </a:lnSpc>
            </a:pPr>
            <a:r>
              <a:rPr lang="en-US" b="true" sz="1739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PAGE 9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245241" y="5162550"/>
            <a:ext cx="6390128" cy="2333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55647" indent="-377824" lvl="1">
              <a:lnSpc>
                <a:spcPts val="3674"/>
              </a:lnSpc>
              <a:buFont typeface="Arial"/>
              <a:buChar char="•"/>
            </a:pPr>
            <a:r>
              <a:rPr lang="en-US" sz="3499" spc="11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Creación de objetoss</a:t>
            </a:r>
          </a:p>
          <a:p>
            <a:pPr algn="just" marL="755647" indent="-377824" lvl="1">
              <a:lnSpc>
                <a:spcPts val="3674"/>
              </a:lnSpc>
              <a:buFont typeface="Arial"/>
              <a:buChar char="•"/>
            </a:pPr>
            <a:r>
              <a:rPr lang="en-US" sz="3499" spc="11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Registrar entradas</a:t>
            </a:r>
          </a:p>
          <a:p>
            <a:pPr algn="just" marL="755647" indent="-377824" lvl="1">
              <a:lnSpc>
                <a:spcPts val="3674"/>
              </a:lnSpc>
              <a:buFont typeface="Arial"/>
              <a:buChar char="•"/>
            </a:pPr>
            <a:r>
              <a:rPr lang="en-US" sz="3499" spc="11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Registros de salidas</a:t>
            </a:r>
          </a:p>
          <a:p>
            <a:pPr algn="just" marL="755647" indent="-377824" lvl="1">
              <a:lnSpc>
                <a:spcPts val="3674"/>
              </a:lnSpc>
              <a:buFont typeface="Arial"/>
              <a:buChar char="•"/>
            </a:pPr>
            <a:r>
              <a:rPr lang="en-US" sz="3499" spc="11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Resumen</a:t>
            </a:r>
          </a:p>
          <a:p>
            <a:pPr algn="just" marL="755647" indent="-377824" lvl="1">
              <a:lnSpc>
                <a:spcPts val="3674"/>
              </a:lnSpc>
              <a:buFont typeface="Arial"/>
              <a:buChar char="•"/>
            </a:pPr>
            <a:r>
              <a:rPr lang="en-US" sz="3499" spc="11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Detalles del vehiculo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97B2">
                <a:alpha val="100000"/>
              </a:srgbClr>
            </a:gs>
            <a:gs pos="50000">
              <a:srgbClr val="3A6A9E">
                <a:alpha val="100000"/>
              </a:srgbClr>
            </a:gs>
            <a:gs pos="100000">
              <a:srgbClr val="103863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077028" y="2336926"/>
            <a:ext cx="11793987" cy="8856212"/>
          </a:xfrm>
          <a:custGeom>
            <a:avLst/>
            <a:gdLst/>
            <a:ahLst/>
            <a:cxnLst/>
            <a:rect r="r" b="b" t="t" l="l"/>
            <a:pathLst>
              <a:path h="8856212" w="11793987">
                <a:moveTo>
                  <a:pt x="0" y="0"/>
                </a:moveTo>
                <a:lnTo>
                  <a:pt x="11793987" y="0"/>
                </a:lnTo>
                <a:lnTo>
                  <a:pt x="11793987" y="8856211"/>
                </a:lnTo>
                <a:lnTo>
                  <a:pt x="0" y="88562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729540" y="-1343034"/>
            <a:ext cx="11706247" cy="11706247"/>
          </a:xfrm>
          <a:custGeom>
            <a:avLst/>
            <a:gdLst/>
            <a:ahLst/>
            <a:cxnLst/>
            <a:rect r="r" b="b" t="t" l="l"/>
            <a:pathLst>
              <a:path h="11706247" w="11706247">
                <a:moveTo>
                  <a:pt x="0" y="0"/>
                </a:moveTo>
                <a:lnTo>
                  <a:pt x="11706247" y="0"/>
                </a:lnTo>
                <a:lnTo>
                  <a:pt x="11706247" y="11706248"/>
                </a:lnTo>
                <a:lnTo>
                  <a:pt x="0" y="117062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365251" y="-1543050"/>
            <a:ext cx="4199655" cy="3086100"/>
            <a:chOff x="0" y="0"/>
            <a:chExt cx="1106082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06082" cy="812800"/>
            </a:xfrm>
            <a:custGeom>
              <a:avLst/>
              <a:gdLst/>
              <a:ahLst/>
              <a:cxnLst/>
              <a:rect r="r" b="b" t="t" l="l"/>
              <a:pathLst>
                <a:path h="812800" w="1106082">
                  <a:moveTo>
                    <a:pt x="46087" y="0"/>
                  </a:moveTo>
                  <a:lnTo>
                    <a:pt x="1059995" y="0"/>
                  </a:lnTo>
                  <a:cubicBezTo>
                    <a:pt x="1072218" y="0"/>
                    <a:pt x="1083941" y="4856"/>
                    <a:pt x="1092584" y="13498"/>
                  </a:cubicBezTo>
                  <a:cubicBezTo>
                    <a:pt x="1101226" y="22141"/>
                    <a:pt x="1106082" y="33864"/>
                    <a:pt x="1106082" y="46087"/>
                  </a:cubicBezTo>
                  <a:lnTo>
                    <a:pt x="1106082" y="766713"/>
                  </a:lnTo>
                  <a:cubicBezTo>
                    <a:pt x="1106082" y="778936"/>
                    <a:pt x="1101226" y="790659"/>
                    <a:pt x="1092584" y="799302"/>
                  </a:cubicBezTo>
                  <a:cubicBezTo>
                    <a:pt x="1083941" y="807944"/>
                    <a:pt x="1072218" y="812800"/>
                    <a:pt x="1059995" y="812800"/>
                  </a:cubicBezTo>
                  <a:lnTo>
                    <a:pt x="46087" y="812800"/>
                  </a:lnTo>
                  <a:cubicBezTo>
                    <a:pt x="33864" y="812800"/>
                    <a:pt x="22141" y="807944"/>
                    <a:pt x="13498" y="799302"/>
                  </a:cubicBezTo>
                  <a:cubicBezTo>
                    <a:pt x="4856" y="790659"/>
                    <a:pt x="0" y="778936"/>
                    <a:pt x="0" y="766713"/>
                  </a:cubicBezTo>
                  <a:lnTo>
                    <a:pt x="0" y="46087"/>
                  </a:lnTo>
                  <a:cubicBezTo>
                    <a:pt x="0" y="33864"/>
                    <a:pt x="4856" y="22141"/>
                    <a:pt x="13498" y="13498"/>
                  </a:cubicBezTo>
                  <a:cubicBezTo>
                    <a:pt x="22141" y="4856"/>
                    <a:pt x="33864" y="0"/>
                    <a:pt x="4608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28575"/>
              <a:ext cx="1106082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028700" y="509932"/>
            <a:ext cx="685996" cy="518768"/>
          </a:xfrm>
          <a:custGeom>
            <a:avLst/>
            <a:gdLst/>
            <a:ahLst/>
            <a:cxnLst/>
            <a:rect r="r" b="b" t="t" l="l"/>
            <a:pathLst>
              <a:path h="518768" w="685996">
                <a:moveTo>
                  <a:pt x="0" y="0"/>
                </a:moveTo>
                <a:lnTo>
                  <a:pt x="685996" y="0"/>
                </a:lnTo>
                <a:lnTo>
                  <a:pt x="685996" y="518768"/>
                </a:lnTo>
                <a:lnTo>
                  <a:pt x="0" y="5187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7600950" y="9365373"/>
            <a:ext cx="3086100" cy="308610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2716" y="0"/>
                  </a:moveTo>
                  <a:lnTo>
                    <a:pt x="750084" y="0"/>
                  </a:lnTo>
                  <a:cubicBezTo>
                    <a:pt x="766717" y="0"/>
                    <a:pt x="782669" y="6608"/>
                    <a:pt x="794431" y="18369"/>
                  </a:cubicBezTo>
                  <a:cubicBezTo>
                    <a:pt x="806192" y="30131"/>
                    <a:pt x="812800" y="46083"/>
                    <a:pt x="812800" y="62716"/>
                  </a:cubicBezTo>
                  <a:lnTo>
                    <a:pt x="812800" y="750084"/>
                  </a:lnTo>
                  <a:cubicBezTo>
                    <a:pt x="812800" y="766717"/>
                    <a:pt x="806192" y="782669"/>
                    <a:pt x="794431" y="794431"/>
                  </a:cubicBezTo>
                  <a:cubicBezTo>
                    <a:pt x="782669" y="806192"/>
                    <a:pt x="766717" y="812800"/>
                    <a:pt x="750084" y="812800"/>
                  </a:cubicBezTo>
                  <a:lnTo>
                    <a:pt x="62716" y="812800"/>
                  </a:lnTo>
                  <a:cubicBezTo>
                    <a:pt x="46083" y="812800"/>
                    <a:pt x="30131" y="806192"/>
                    <a:pt x="18369" y="794431"/>
                  </a:cubicBezTo>
                  <a:cubicBezTo>
                    <a:pt x="6608" y="782669"/>
                    <a:pt x="0" y="766717"/>
                    <a:pt x="0" y="750084"/>
                  </a:cubicBezTo>
                  <a:lnTo>
                    <a:pt x="0" y="62716"/>
                  </a:lnTo>
                  <a:cubicBezTo>
                    <a:pt x="0" y="46083"/>
                    <a:pt x="6608" y="30131"/>
                    <a:pt x="18369" y="18369"/>
                  </a:cubicBezTo>
                  <a:cubicBezTo>
                    <a:pt x="30131" y="6608"/>
                    <a:pt x="46083" y="0"/>
                    <a:pt x="6271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28575"/>
              <a:ext cx="8128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5694627" y="835991"/>
            <a:ext cx="9153660" cy="652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78"/>
              </a:lnSpc>
            </a:pPr>
            <a:r>
              <a:rPr lang="en-US" b="true" sz="4741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ENCAPSULAMIENTO 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-1274888" y="1342350"/>
            <a:ext cx="4607176" cy="5421018"/>
          </a:xfrm>
          <a:custGeom>
            <a:avLst/>
            <a:gdLst/>
            <a:ahLst/>
            <a:cxnLst/>
            <a:rect r="r" b="b" t="t" l="l"/>
            <a:pathLst>
              <a:path h="5421018" w="4607176">
                <a:moveTo>
                  <a:pt x="0" y="0"/>
                </a:moveTo>
                <a:lnTo>
                  <a:pt x="4607176" y="0"/>
                </a:lnTo>
                <a:lnTo>
                  <a:pt x="4607176" y="5421018"/>
                </a:lnTo>
                <a:lnTo>
                  <a:pt x="0" y="542101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-461004" y="2057400"/>
            <a:ext cx="4351401" cy="8229600"/>
          </a:xfrm>
          <a:custGeom>
            <a:avLst/>
            <a:gdLst/>
            <a:ahLst/>
            <a:cxnLst/>
            <a:rect r="r" b="b" t="t" l="l"/>
            <a:pathLst>
              <a:path h="8229600" w="4351401">
                <a:moveTo>
                  <a:pt x="0" y="0"/>
                </a:moveTo>
                <a:lnTo>
                  <a:pt x="4351401" y="0"/>
                </a:lnTo>
                <a:lnTo>
                  <a:pt x="4351401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887779" y="672161"/>
            <a:ext cx="1678700" cy="356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3"/>
              </a:lnSpc>
            </a:pPr>
            <a:r>
              <a:rPr lang="en-US" sz="1317" b="true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THYNK UNLIMITED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245241" y="9751450"/>
            <a:ext cx="1684932" cy="233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6"/>
              </a:lnSpc>
            </a:pPr>
            <a:r>
              <a:rPr lang="en-US" b="true" sz="1739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PAGE 18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4668437" y="1488295"/>
            <a:ext cx="8984976" cy="748374"/>
            <a:chOff x="0" y="0"/>
            <a:chExt cx="2366413" cy="19710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366414" cy="197103"/>
            </a:xfrm>
            <a:custGeom>
              <a:avLst/>
              <a:gdLst/>
              <a:ahLst/>
              <a:cxnLst/>
              <a:rect r="r" b="b" t="t" l="l"/>
              <a:pathLst>
                <a:path h="197103" w="2366414">
                  <a:moveTo>
                    <a:pt x="21541" y="0"/>
                  </a:moveTo>
                  <a:lnTo>
                    <a:pt x="2344872" y="0"/>
                  </a:lnTo>
                  <a:cubicBezTo>
                    <a:pt x="2356769" y="0"/>
                    <a:pt x="2366414" y="9644"/>
                    <a:pt x="2366414" y="21541"/>
                  </a:cubicBezTo>
                  <a:lnTo>
                    <a:pt x="2366414" y="175561"/>
                  </a:lnTo>
                  <a:cubicBezTo>
                    <a:pt x="2366414" y="187458"/>
                    <a:pt x="2356769" y="197103"/>
                    <a:pt x="2344872" y="197103"/>
                  </a:cubicBezTo>
                  <a:lnTo>
                    <a:pt x="21541" y="197103"/>
                  </a:lnTo>
                  <a:cubicBezTo>
                    <a:pt x="9644" y="197103"/>
                    <a:pt x="0" y="187458"/>
                    <a:pt x="0" y="175561"/>
                  </a:cubicBezTo>
                  <a:lnTo>
                    <a:pt x="0" y="21541"/>
                  </a:lnTo>
                  <a:cubicBezTo>
                    <a:pt x="0" y="9644"/>
                    <a:pt x="9644" y="0"/>
                    <a:pt x="2154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28575"/>
              <a:ext cx="2366413" cy="168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6345659" y="2646353"/>
            <a:ext cx="309496" cy="527005"/>
          </a:xfrm>
          <a:custGeom>
            <a:avLst/>
            <a:gdLst/>
            <a:ahLst/>
            <a:cxnLst/>
            <a:rect r="r" b="b" t="t" l="l"/>
            <a:pathLst>
              <a:path h="527005" w="309496">
                <a:moveTo>
                  <a:pt x="0" y="0"/>
                </a:moveTo>
                <a:lnTo>
                  <a:pt x="309496" y="0"/>
                </a:lnTo>
                <a:lnTo>
                  <a:pt x="309496" y="527005"/>
                </a:lnTo>
                <a:lnTo>
                  <a:pt x="0" y="52700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6191749" y="1719422"/>
            <a:ext cx="7158533" cy="307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46"/>
              </a:lnSpc>
              <a:spcBef>
                <a:spcPct val="0"/>
              </a:spcBef>
            </a:pPr>
            <a:r>
              <a:rPr lang="en-US" b="true" sz="2139" spc="72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IMPORTANCIA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671834" y="2342448"/>
            <a:ext cx="12033829" cy="3321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15"/>
              </a:lnSpc>
            </a:pPr>
            <a:r>
              <a:rPr lang="en-US" sz="2300" spc="7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El sistema de estacionamiento es el núcleo de la aplicación.</a:t>
            </a:r>
          </a:p>
          <a:p>
            <a:pPr algn="just">
              <a:lnSpc>
                <a:spcPts val="2415"/>
              </a:lnSpc>
            </a:pPr>
            <a:r>
              <a:rPr lang="en-US" sz="2300" spc="7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Gracias al encapsulamiento:</a:t>
            </a:r>
          </a:p>
          <a:p>
            <a:pPr algn="just">
              <a:lnSpc>
                <a:spcPts val="2415"/>
              </a:lnSpc>
            </a:pPr>
            <a:r>
              <a:rPr lang="en-US" sz="2300" spc="7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Solo SistemaEstacionamiento puede decidir cuándo:</a:t>
            </a:r>
          </a:p>
          <a:p>
            <a:pPr algn="just" marL="496669" indent="-248334" lvl="1">
              <a:lnSpc>
                <a:spcPts val="2415"/>
              </a:lnSpc>
              <a:buFont typeface="Arial"/>
              <a:buChar char="•"/>
            </a:pPr>
            <a:r>
              <a:rPr lang="en-US" sz="2300" spc="7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 registra una entrada</a:t>
            </a:r>
          </a:p>
          <a:p>
            <a:pPr algn="just" marL="496669" indent="-248334" lvl="1">
              <a:lnSpc>
                <a:spcPts val="2415"/>
              </a:lnSpc>
              <a:buFont typeface="Arial"/>
              <a:buChar char="•"/>
            </a:pPr>
            <a:r>
              <a:rPr lang="en-US" sz="2300" spc="7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 genera un ticket</a:t>
            </a:r>
          </a:p>
          <a:p>
            <a:pPr algn="just" marL="496669" indent="-248334" lvl="1">
              <a:lnSpc>
                <a:spcPts val="2415"/>
              </a:lnSpc>
              <a:buFont typeface="Arial"/>
              <a:buChar char="•"/>
            </a:pPr>
            <a:r>
              <a:rPr lang="en-US" sz="2300" spc="7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 registra una salida</a:t>
            </a:r>
          </a:p>
          <a:p>
            <a:pPr algn="just">
              <a:lnSpc>
                <a:spcPts val="2415"/>
              </a:lnSpc>
            </a:pPr>
          </a:p>
          <a:p>
            <a:pPr algn="just">
              <a:lnSpc>
                <a:spcPts val="2415"/>
              </a:lnSpc>
            </a:pPr>
            <a:r>
              <a:rPr lang="en-US" sz="2300" spc="7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public static int getTotalEntradas()</a:t>
            </a:r>
          </a:p>
          <a:p>
            <a:pPr algn="just">
              <a:lnSpc>
                <a:spcPts val="2415"/>
              </a:lnSpc>
            </a:pPr>
          </a:p>
          <a:p>
            <a:pPr algn="just">
              <a:lnSpc>
                <a:spcPts val="2415"/>
              </a:lnSpc>
            </a:pPr>
          </a:p>
          <a:p>
            <a:pPr algn="just">
              <a:lnSpc>
                <a:spcPts val="2415"/>
              </a:lnSpc>
              <a:spcBef>
                <a:spcPct val="0"/>
              </a:spcBef>
            </a:pPr>
          </a:p>
        </p:txBody>
      </p:sp>
      <p:grpSp>
        <p:nvGrpSpPr>
          <p:cNvPr name="Group 22" id="22"/>
          <p:cNvGrpSpPr/>
          <p:nvPr/>
        </p:nvGrpSpPr>
        <p:grpSpPr>
          <a:xfrm rot="0">
            <a:off x="4621284" y="4849421"/>
            <a:ext cx="8932846" cy="748374"/>
            <a:chOff x="0" y="0"/>
            <a:chExt cx="2352684" cy="19710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352684" cy="197103"/>
            </a:xfrm>
            <a:custGeom>
              <a:avLst/>
              <a:gdLst/>
              <a:ahLst/>
              <a:cxnLst/>
              <a:rect r="r" b="b" t="t" l="l"/>
              <a:pathLst>
                <a:path h="197103" w="2352684">
                  <a:moveTo>
                    <a:pt x="21667" y="0"/>
                  </a:moveTo>
                  <a:lnTo>
                    <a:pt x="2331017" y="0"/>
                  </a:lnTo>
                  <a:cubicBezTo>
                    <a:pt x="2336763" y="0"/>
                    <a:pt x="2342274" y="2283"/>
                    <a:pt x="2346338" y="6346"/>
                  </a:cubicBezTo>
                  <a:cubicBezTo>
                    <a:pt x="2350401" y="10409"/>
                    <a:pt x="2352684" y="15921"/>
                    <a:pt x="2352684" y="21667"/>
                  </a:cubicBezTo>
                  <a:lnTo>
                    <a:pt x="2352684" y="175436"/>
                  </a:lnTo>
                  <a:cubicBezTo>
                    <a:pt x="2352684" y="187402"/>
                    <a:pt x="2342983" y="197103"/>
                    <a:pt x="2331017" y="197103"/>
                  </a:cubicBezTo>
                  <a:lnTo>
                    <a:pt x="21667" y="197103"/>
                  </a:lnTo>
                  <a:cubicBezTo>
                    <a:pt x="9701" y="197103"/>
                    <a:pt x="0" y="187402"/>
                    <a:pt x="0" y="175436"/>
                  </a:cubicBezTo>
                  <a:lnTo>
                    <a:pt x="0" y="21667"/>
                  </a:lnTo>
                  <a:cubicBezTo>
                    <a:pt x="0" y="9701"/>
                    <a:pt x="9701" y="0"/>
                    <a:pt x="2166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28575"/>
              <a:ext cx="2352684" cy="168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5111912" y="4626684"/>
            <a:ext cx="309496" cy="527005"/>
          </a:xfrm>
          <a:custGeom>
            <a:avLst/>
            <a:gdLst/>
            <a:ahLst/>
            <a:cxnLst/>
            <a:rect r="r" b="b" t="t" l="l"/>
            <a:pathLst>
              <a:path h="527005" w="309496">
                <a:moveTo>
                  <a:pt x="0" y="0"/>
                </a:moveTo>
                <a:lnTo>
                  <a:pt x="309496" y="0"/>
                </a:lnTo>
                <a:lnTo>
                  <a:pt x="309496" y="527005"/>
                </a:lnTo>
                <a:lnTo>
                  <a:pt x="0" y="52700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6135758" y="5080548"/>
            <a:ext cx="7117000" cy="307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46"/>
              </a:lnSpc>
              <a:spcBef>
                <a:spcPct val="0"/>
              </a:spcBef>
            </a:pPr>
            <a:r>
              <a:rPr lang="en-US" b="true" sz="2139" spc="72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SISTEMA DE ESTACIONAMIENTO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671834" y="5416779"/>
            <a:ext cx="13174035" cy="2428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91"/>
              </a:lnSpc>
            </a:pPr>
          </a:p>
          <a:p>
            <a:pPr algn="just">
              <a:lnSpc>
                <a:spcPts val="2391"/>
              </a:lnSpc>
            </a:pPr>
            <a:r>
              <a:rPr lang="en-US" sz="2277" spc="7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Solo SistemaEstacionamiento puede decidir cuándo:</a:t>
            </a:r>
          </a:p>
          <a:p>
            <a:pPr algn="just" marL="491802" indent="-245901" lvl="1">
              <a:lnSpc>
                <a:spcPts val="2391"/>
              </a:lnSpc>
              <a:buFont typeface="Arial"/>
              <a:buChar char="•"/>
            </a:pPr>
            <a:r>
              <a:rPr lang="en-US" sz="2277" spc="7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 registra una entrada</a:t>
            </a:r>
          </a:p>
          <a:p>
            <a:pPr algn="just" marL="491802" indent="-245901" lvl="1">
              <a:lnSpc>
                <a:spcPts val="2391"/>
              </a:lnSpc>
              <a:buFont typeface="Arial"/>
              <a:buChar char="•"/>
            </a:pPr>
            <a:r>
              <a:rPr lang="en-US" sz="2277" spc="7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 genera un ticket</a:t>
            </a:r>
          </a:p>
          <a:p>
            <a:pPr algn="just" marL="491802" indent="-245901" lvl="1">
              <a:lnSpc>
                <a:spcPts val="2391"/>
              </a:lnSpc>
              <a:buFont typeface="Arial"/>
              <a:buChar char="•"/>
            </a:pPr>
            <a:r>
              <a:rPr lang="en-US" sz="2277" spc="7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 registra una salida</a:t>
            </a:r>
          </a:p>
          <a:p>
            <a:pPr algn="just">
              <a:lnSpc>
                <a:spcPts val="2391"/>
              </a:lnSpc>
            </a:pPr>
          </a:p>
          <a:p>
            <a:pPr algn="just">
              <a:lnSpc>
                <a:spcPts val="2391"/>
              </a:lnSpc>
            </a:pPr>
            <a:r>
              <a:rPr lang="en-US" sz="2277" spc="7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public static int getTotalEntradas()</a:t>
            </a:r>
          </a:p>
          <a:p>
            <a:pPr algn="just">
              <a:lnSpc>
                <a:spcPts val="239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97B2">
                <a:alpha val="100000"/>
              </a:srgbClr>
            </a:gs>
            <a:gs pos="50000">
              <a:srgbClr val="3A6A9E">
                <a:alpha val="100000"/>
              </a:srgbClr>
            </a:gs>
            <a:gs pos="100000">
              <a:srgbClr val="103863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077028" y="2336926"/>
            <a:ext cx="11793987" cy="8856212"/>
          </a:xfrm>
          <a:custGeom>
            <a:avLst/>
            <a:gdLst/>
            <a:ahLst/>
            <a:cxnLst/>
            <a:rect r="r" b="b" t="t" l="l"/>
            <a:pathLst>
              <a:path h="8856212" w="11793987">
                <a:moveTo>
                  <a:pt x="0" y="0"/>
                </a:moveTo>
                <a:lnTo>
                  <a:pt x="11793987" y="0"/>
                </a:lnTo>
                <a:lnTo>
                  <a:pt x="11793987" y="8856211"/>
                </a:lnTo>
                <a:lnTo>
                  <a:pt x="0" y="88562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729540" y="-1343034"/>
            <a:ext cx="11706247" cy="11706247"/>
          </a:xfrm>
          <a:custGeom>
            <a:avLst/>
            <a:gdLst/>
            <a:ahLst/>
            <a:cxnLst/>
            <a:rect r="r" b="b" t="t" l="l"/>
            <a:pathLst>
              <a:path h="11706247" w="11706247">
                <a:moveTo>
                  <a:pt x="0" y="0"/>
                </a:moveTo>
                <a:lnTo>
                  <a:pt x="11706247" y="0"/>
                </a:lnTo>
                <a:lnTo>
                  <a:pt x="11706247" y="11706248"/>
                </a:lnTo>
                <a:lnTo>
                  <a:pt x="0" y="117062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365251" y="-1543050"/>
            <a:ext cx="4199655" cy="3086100"/>
            <a:chOff x="0" y="0"/>
            <a:chExt cx="1106082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06082" cy="812800"/>
            </a:xfrm>
            <a:custGeom>
              <a:avLst/>
              <a:gdLst/>
              <a:ahLst/>
              <a:cxnLst/>
              <a:rect r="r" b="b" t="t" l="l"/>
              <a:pathLst>
                <a:path h="812800" w="1106082">
                  <a:moveTo>
                    <a:pt x="46087" y="0"/>
                  </a:moveTo>
                  <a:lnTo>
                    <a:pt x="1059995" y="0"/>
                  </a:lnTo>
                  <a:cubicBezTo>
                    <a:pt x="1072218" y="0"/>
                    <a:pt x="1083941" y="4856"/>
                    <a:pt x="1092584" y="13498"/>
                  </a:cubicBezTo>
                  <a:cubicBezTo>
                    <a:pt x="1101226" y="22141"/>
                    <a:pt x="1106082" y="33864"/>
                    <a:pt x="1106082" y="46087"/>
                  </a:cubicBezTo>
                  <a:lnTo>
                    <a:pt x="1106082" y="766713"/>
                  </a:lnTo>
                  <a:cubicBezTo>
                    <a:pt x="1106082" y="778936"/>
                    <a:pt x="1101226" y="790659"/>
                    <a:pt x="1092584" y="799302"/>
                  </a:cubicBezTo>
                  <a:cubicBezTo>
                    <a:pt x="1083941" y="807944"/>
                    <a:pt x="1072218" y="812800"/>
                    <a:pt x="1059995" y="812800"/>
                  </a:cubicBezTo>
                  <a:lnTo>
                    <a:pt x="46087" y="812800"/>
                  </a:lnTo>
                  <a:cubicBezTo>
                    <a:pt x="33864" y="812800"/>
                    <a:pt x="22141" y="807944"/>
                    <a:pt x="13498" y="799302"/>
                  </a:cubicBezTo>
                  <a:cubicBezTo>
                    <a:pt x="4856" y="790659"/>
                    <a:pt x="0" y="778936"/>
                    <a:pt x="0" y="766713"/>
                  </a:cubicBezTo>
                  <a:lnTo>
                    <a:pt x="0" y="46087"/>
                  </a:lnTo>
                  <a:cubicBezTo>
                    <a:pt x="0" y="33864"/>
                    <a:pt x="4856" y="22141"/>
                    <a:pt x="13498" y="13498"/>
                  </a:cubicBezTo>
                  <a:cubicBezTo>
                    <a:pt x="22141" y="4856"/>
                    <a:pt x="33864" y="0"/>
                    <a:pt x="4608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28575"/>
              <a:ext cx="1106082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600950" y="9365373"/>
            <a:ext cx="3086100" cy="308610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2716" y="0"/>
                  </a:moveTo>
                  <a:lnTo>
                    <a:pt x="750084" y="0"/>
                  </a:lnTo>
                  <a:cubicBezTo>
                    <a:pt x="766717" y="0"/>
                    <a:pt x="782669" y="6608"/>
                    <a:pt x="794431" y="18369"/>
                  </a:cubicBezTo>
                  <a:cubicBezTo>
                    <a:pt x="806192" y="30131"/>
                    <a:pt x="812800" y="46083"/>
                    <a:pt x="812800" y="62716"/>
                  </a:cubicBezTo>
                  <a:lnTo>
                    <a:pt x="812800" y="750084"/>
                  </a:lnTo>
                  <a:cubicBezTo>
                    <a:pt x="812800" y="766717"/>
                    <a:pt x="806192" y="782669"/>
                    <a:pt x="794431" y="794431"/>
                  </a:cubicBezTo>
                  <a:cubicBezTo>
                    <a:pt x="782669" y="806192"/>
                    <a:pt x="766717" y="812800"/>
                    <a:pt x="750084" y="812800"/>
                  </a:cubicBezTo>
                  <a:lnTo>
                    <a:pt x="62716" y="812800"/>
                  </a:lnTo>
                  <a:cubicBezTo>
                    <a:pt x="46083" y="812800"/>
                    <a:pt x="30131" y="806192"/>
                    <a:pt x="18369" y="794431"/>
                  </a:cubicBezTo>
                  <a:cubicBezTo>
                    <a:pt x="6608" y="782669"/>
                    <a:pt x="0" y="766717"/>
                    <a:pt x="0" y="750084"/>
                  </a:cubicBezTo>
                  <a:lnTo>
                    <a:pt x="0" y="62716"/>
                  </a:lnTo>
                  <a:cubicBezTo>
                    <a:pt x="0" y="46083"/>
                    <a:pt x="6608" y="30131"/>
                    <a:pt x="18369" y="18369"/>
                  </a:cubicBezTo>
                  <a:cubicBezTo>
                    <a:pt x="30131" y="6608"/>
                    <a:pt x="46083" y="0"/>
                    <a:pt x="6271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28575"/>
              <a:ext cx="8128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5694627" y="835991"/>
            <a:ext cx="9153660" cy="652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78"/>
              </a:lnSpc>
            </a:pPr>
            <a:r>
              <a:rPr lang="en-US" b="true" sz="4741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ENCAPSULAMIENTO 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-1274888" y="1342350"/>
            <a:ext cx="4607176" cy="5421018"/>
          </a:xfrm>
          <a:custGeom>
            <a:avLst/>
            <a:gdLst/>
            <a:ahLst/>
            <a:cxnLst/>
            <a:rect r="r" b="b" t="t" l="l"/>
            <a:pathLst>
              <a:path h="5421018" w="4607176">
                <a:moveTo>
                  <a:pt x="0" y="0"/>
                </a:moveTo>
                <a:lnTo>
                  <a:pt x="4607176" y="0"/>
                </a:lnTo>
                <a:lnTo>
                  <a:pt x="4607176" y="5421018"/>
                </a:lnTo>
                <a:lnTo>
                  <a:pt x="0" y="542101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461004" y="2057400"/>
            <a:ext cx="4351401" cy="8229600"/>
          </a:xfrm>
          <a:custGeom>
            <a:avLst/>
            <a:gdLst/>
            <a:ahLst/>
            <a:cxnLst/>
            <a:rect r="r" b="b" t="t" l="l"/>
            <a:pathLst>
              <a:path h="8229600" w="4351401">
                <a:moveTo>
                  <a:pt x="0" y="0"/>
                </a:moveTo>
                <a:lnTo>
                  <a:pt x="4351401" y="0"/>
                </a:lnTo>
                <a:lnTo>
                  <a:pt x="4351401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8245241" y="9751450"/>
            <a:ext cx="1684932" cy="233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6"/>
              </a:lnSpc>
            </a:pPr>
            <a:r>
              <a:rPr lang="en-US" b="true" sz="1739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PAGE 18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4668437" y="1488295"/>
            <a:ext cx="8984976" cy="748374"/>
            <a:chOff x="0" y="0"/>
            <a:chExt cx="2366413" cy="19710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66414" cy="197103"/>
            </a:xfrm>
            <a:custGeom>
              <a:avLst/>
              <a:gdLst/>
              <a:ahLst/>
              <a:cxnLst/>
              <a:rect r="r" b="b" t="t" l="l"/>
              <a:pathLst>
                <a:path h="197103" w="2366414">
                  <a:moveTo>
                    <a:pt x="21541" y="0"/>
                  </a:moveTo>
                  <a:lnTo>
                    <a:pt x="2344872" y="0"/>
                  </a:lnTo>
                  <a:cubicBezTo>
                    <a:pt x="2356769" y="0"/>
                    <a:pt x="2366414" y="9644"/>
                    <a:pt x="2366414" y="21541"/>
                  </a:cubicBezTo>
                  <a:lnTo>
                    <a:pt x="2366414" y="175561"/>
                  </a:lnTo>
                  <a:cubicBezTo>
                    <a:pt x="2366414" y="187458"/>
                    <a:pt x="2356769" y="197103"/>
                    <a:pt x="2344872" y="197103"/>
                  </a:cubicBezTo>
                  <a:lnTo>
                    <a:pt x="21541" y="197103"/>
                  </a:lnTo>
                  <a:cubicBezTo>
                    <a:pt x="9644" y="197103"/>
                    <a:pt x="0" y="187458"/>
                    <a:pt x="0" y="175561"/>
                  </a:cubicBezTo>
                  <a:lnTo>
                    <a:pt x="0" y="21541"/>
                  </a:lnTo>
                  <a:cubicBezTo>
                    <a:pt x="0" y="9644"/>
                    <a:pt x="9644" y="0"/>
                    <a:pt x="2154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28575"/>
              <a:ext cx="2366413" cy="168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6345659" y="2646353"/>
            <a:ext cx="309496" cy="527005"/>
          </a:xfrm>
          <a:custGeom>
            <a:avLst/>
            <a:gdLst/>
            <a:ahLst/>
            <a:cxnLst/>
            <a:rect r="r" b="b" t="t" l="l"/>
            <a:pathLst>
              <a:path h="527005" w="309496">
                <a:moveTo>
                  <a:pt x="0" y="0"/>
                </a:moveTo>
                <a:lnTo>
                  <a:pt x="309496" y="0"/>
                </a:lnTo>
                <a:lnTo>
                  <a:pt x="309496" y="527005"/>
                </a:lnTo>
                <a:lnTo>
                  <a:pt x="0" y="5270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6191749" y="1719422"/>
            <a:ext cx="7158533" cy="307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46"/>
              </a:lnSpc>
              <a:spcBef>
                <a:spcPct val="0"/>
              </a:spcBef>
            </a:pPr>
            <a:r>
              <a:rPr lang="en-US" b="true" sz="2139" spc="72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ENCAPSULAMIENTO EN LA CLASE TICKET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671834" y="2342448"/>
            <a:ext cx="8580924" cy="3957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06"/>
              </a:lnSpc>
            </a:pPr>
            <a:r>
              <a:rPr lang="en-US" b="true" sz="2958" spc="1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Protege la información del ticket</a:t>
            </a:r>
          </a:p>
          <a:p>
            <a:pPr algn="just">
              <a:lnSpc>
                <a:spcPts val="3106"/>
              </a:lnSpc>
            </a:pPr>
            <a:r>
              <a:rPr lang="en-US" sz="2958" spc="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El ticket contiene datos importantes como:</a:t>
            </a:r>
          </a:p>
          <a:p>
            <a:pPr algn="just" marL="638844" indent="-319422" lvl="1">
              <a:lnSpc>
                <a:spcPts val="3106"/>
              </a:lnSpc>
              <a:buFont typeface="Arial"/>
              <a:buChar char="•"/>
            </a:pPr>
            <a:r>
              <a:rPr lang="en-US" sz="2958" spc="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Folio</a:t>
            </a:r>
          </a:p>
          <a:p>
            <a:pPr algn="just" marL="638844" indent="-319422" lvl="1">
              <a:lnSpc>
                <a:spcPts val="3106"/>
              </a:lnSpc>
              <a:buFont typeface="Arial"/>
              <a:buChar char="•"/>
            </a:pPr>
            <a:r>
              <a:rPr lang="en-US" sz="2958" spc="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Horarios</a:t>
            </a:r>
          </a:p>
          <a:p>
            <a:pPr algn="just" marL="638844" indent="-319422" lvl="1">
              <a:lnSpc>
                <a:spcPts val="3106"/>
              </a:lnSpc>
              <a:buFont typeface="Arial"/>
              <a:buChar char="•"/>
            </a:pPr>
            <a:r>
              <a:rPr lang="en-US" sz="2958" spc="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Vehículo asociado</a:t>
            </a:r>
          </a:p>
          <a:p>
            <a:pPr algn="just" marL="638844" indent="-319422" lvl="1">
              <a:lnSpc>
                <a:spcPts val="3106"/>
              </a:lnSpc>
              <a:buFont typeface="Arial"/>
              <a:buChar char="•"/>
            </a:pPr>
            <a:r>
              <a:rPr lang="en-US" sz="2958" spc="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Espacio utilizado</a:t>
            </a:r>
          </a:p>
          <a:p>
            <a:pPr algn="just">
              <a:lnSpc>
                <a:spcPts val="3106"/>
              </a:lnSpc>
            </a:pPr>
          </a:p>
          <a:p>
            <a:pPr algn="just">
              <a:lnSpc>
                <a:spcPts val="3106"/>
              </a:lnSpc>
            </a:pPr>
          </a:p>
          <a:p>
            <a:pPr algn="just">
              <a:lnSpc>
                <a:spcPts val="3106"/>
              </a:lnSpc>
            </a:pPr>
          </a:p>
          <a:p>
            <a:pPr algn="just">
              <a:lnSpc>
                <a:spcPts val="3106"/>
              </a:lnSpc>
              <a:spcBef>
                <a:spcPct val="0"/>
              </a:spcBef>
            </a:pPr>
          </a:p>
        </p:txBody>
      </p:sp>
      <p:grpSp>
        <p:nvGrpSpPr>
          <p:cNvPr name="Group 20" id="20"/>
          <p:cNvGrpSpPr/>
          <p:nvPr/>
        </p:nvGrpSpPr>
        <p:grpSpPr>
          <a:xfrm rot="0">
            <a:off x="4621284" y="4849421"/>
            <a:ext cx="8932846" cy="748374"/>
            <a:chOff x="0" y="0"/>
            <a:chExt cx="2352684" cy="19710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352684" cy="197103"/>
            </a:xfrm>
            <a:custGeom>
              <a:avLst/>
              <a:gdLst/>
              <a:ahLst/>
              <a:cxnLst/>
              <a:rect r="r" b="b" t="t" l="l"/>
              <a:pathLst>
                <a:path h="197103" w="2352684">
                  <a:moveTo>
                    <a:pt x="21667" y="0"/>
                  </a:moveTo>
                  <a:lnTo>
                    <a:pt x="2331017" y="0"/>
                  </a:lnTo>
                  <a:cubicBezTo>
                    <a:pt x="2336763" y="0"/>
                    <a:pt x="2342274" y="2283"/>
                    <a:pt x="2346338" y="6346"/>
                  </a:cubicBezTo>
                  <a:cubicBezTo>
                    <a:pt x="2350401" y="10409"/>
                    <a:pt x="2352684" y="15921"/>
                    <a:pt x="2352684" y="21667"/>
                  </a:cubicBezTo>
                  <a:lnTo>
                    <a:pt x="2352684" y="175436"/>
                  </a:lnTo>
                  <a:cubicBezTo>
                    <a:pt x="2352684" y="187402"/>
                    <a:pt x="2342983" y="197103"/>
                    <a:pt x="2331017" y="197103"/>
                  </a:cubicBezTo>
                  <a:lnTo>
                    <a:pt x="21667" y="197103"/>
                  </a:lnTo>
                  <a:cubicBezTo>
                    <a:pt x="9701" y="197103"/>
                    <a:pt x="0" y="187402"/>
                    <a:pt x="0" y="175436"/>
                  </a:cubicBezTo>
                  <a:lnTo>
                    <a:pt x="0" y="21667"/>
                  </a:lnTo>
                  <a:cubicBezTo>
                    <a:pt x="0" y="9701"/>
                    <a:pt x="9701" y="0"/>
                    <a:pt x="2166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28575"/>
              <a:ext cx="2352684" cy="168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5111912" y="4626684"/>
            <a:ext cx="309496" cy="527005"/>
          </a:xfrm>
          <a:custGeom>
            <a:avLst/>
            <a:gdLst/>
            <a:ahLst/>
            <a:cxnLst/>
            <a:rect r="r" b="b" t="t" l="l"/>
            <a:pathLst>
              <a:path h="527005" w="309496">
                <a:moveTo>
                  <a:pt x="0" y="0"/>
                </a:moveTo>
                <a:lnTo>
                  <a:pt x="309496" y="0"/>
                </a:lnTo>
                <a:lnTo>
                  <a:pt x="309496" y="527005"/>
                </a:lnTo>
                <a:lnTo>
                  <a:pt x="0" y="5270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6135758" y="5080548"/>
            <a:ext cx="7117000" cy="307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46"/>
              </a:lnSpc>
              <a:spcBef>
                <a:spcPct val="0"/>
              </a:spcBef>
            </a:pPr>
            <a:r>
              <a:rPr lang="en-US" b="true" sz="2139" spc="72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IMPORTANCIA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280925" y="5809350"/>
            <a:ext cx="10980181" cy="1296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96317" indent="-348158" lvl="1">
              <a:lnSpc>
                <a:spcPts val="3386"/>
              </a:lnSpc>
              <a:buFont typeface="Arial"/>
              <a:buChar char="•"/>
            </a:pPr>
            <a:r>
              <a:rPr lang="en-US" sz="3225" spc="10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Garantiza la coherencia del proceso de salida</a:t>
            </a:r>
          </a:p>
          <a:p>
            <a:pPr algn="just" marL="696317" indent="-348158" lvl="1">
              <a:lnSpc>
                <a:spcPts val="3386"/>
              </a:lnSpc>
              <a:buFont typeface="Arial"/>
              <a:buChar char="•"/>
            </a:pPr>
            <a:r>
              <a:rPr lang="en-US" sz="3225" spc="10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Evita dependencias incorrectas entre clases</a:t>
            </a:r>
          </a:p>
          <a:p>
            <a:pPr algn="just" marL="696317" indent="-348158" lvl="1">
              <a:lnSpc>
                <a:spcPts val="3386"/>
              </a:lnSpc>
              <a:buFont typeface="Arial"/>
              <a:buChar char="•"/>
            </a:pPr>
            <a:r>
              <a:rPr lang="en-US" sz="3225" spc="10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Facilita mantenimiento y cambios futuros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97B2">
                <a:alpha val="100000"/>
              </a:srgbClr>
            </a:gs>
            <a:gs pos="50000">
              <a:srgbClr val="3A6A9E">
                <a:alpha val="100000"/>
              </a:srgbClr>
            </a:gs>
            <a:gs pos="100000">
              <a:srgbClr val="103863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600950" y="9365373"/>
            <a:ext cx="3086100" cy="308610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2716" y="0"/>
                  </a:moveTo>
                  <a:lnTo>
                    <a:pt x="750084" y="0"/>
                  </a:lnTo>
                  <a:cubicBezTo>
                    <a:pt x="766717" y="0"/>
                    <a:pt x="782669" y="6608"/>
                    <a:pt x="794431" y="18369"/>
                  </a:cubicBezTo>
                  <a:cubicBezTo>
                    <a:pt x="806192" y="30131"/>
                    <a:pt x="812800" y="46083"/>
                    <a:pt x="812800" y="62716"/>
                  </a:cubicBezTo>
                  <a:lnTo>
                    <a:pt x="812800" y="750084"/>
                  </a:lnTo>
                  <a:cubicBezTo>
                    <a:pt x="812800" y="766717"/>
                    <a:pt x="806192" y="782669"/>
                    <a:pt x="794431" y="794431"/>
                  </a:cubicBezTo>
                  <a:cubicBezTo>
                    <a:pt x="782669" y="806192"/>
                    <a:pt x="766717" y="812800"/>
                    <a:pt x="750084" y="812800"/>
                  </a:cubicBezTo>
                  <a:lnTo>
                    <a:pt x="62716" y="812800"/>
                  </a:lnTo>
                  <a:cubicBezTo>
                    <a:pt x="46083" y="812800"/>
                    <a:pt x="30131" y="806192"/>
                    <a:pt x="18369" y="794431"/>
                  </a:cubicBezTo>
                  <a:cubicBezTo>
                    <a:pt x="6608" y="782669"/>
                    <a:pt x="0" y="766717"/>
                    <a:pt x="0" y="750084"/>
                  </a:cubicBezTo>
                  <a:lnTo>
                    <a:pt x="0" y="62716"/>
                  </a:lnTo>
                  <a:cubicBezTo>
                    <a:pt x="0" y="46083"/>
                    <a:pt x="6608" y="30131"/>
                    <a:pt x="18369" y="18369"/>
                  </a:cubicBezTo>
                  <a:cubicBezTo>
                    <a:pt x="30131" y="6608"/>
                    <a:pt x="46083" y="0"/>
                    <a:pt x="6271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8128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390656" y="-1681809"/>
            <a:ext cx="4607176" cy="5421018"/>
          </a:xfrm>
          <a:custGeom>
            <a:avLst/>
            <a:gdLst/>
            <a:ahLst/>
            <a:cxnLst/>
            <a:rect r="r" b="b" t="t" l="l"/>
            <a:pathLst>
              <a:path h="5421018" w="4607176">
                <a:moveTo>
                  <a:pt x="0" y="0"/>
                </a:moveTo>
                <a:lnTo>
                  <a:pt x="4607176" y="0"/>
                </a:lnTo>
                <a:lnTo>
                  <a:pt x="4607176" y="5421018"/>
                </a:lnTo>
                <a:lnTo>
                  <a:pt x="0" y="54210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65414" y="9365373"/>
            <a:ext cx="549282" cy="549282"/>
          </a:xfrm>
          <a:custGeom>
            <a:avLst/>
            <a:gdLst/>
            <a:ahLst/>
            <a:cxnLst/>
            <a:rect r="r" b="b" t="t" l="l"/>
            <a:pathLst>
              <a:path h="549282" w="549282">
                <a:moveTo>
                  <a:pt x="0" y="0"/>
                </a:moveTo>
                <a:lnTo>
                  <a:pt x="549282" y="0"/>
                </a:lnTo>
                <a:lnTo>
                  <a:pt x="549282" y="549282"/>
                </a:lnTo>
                <a:lnTo>
                  <a:pt x="0" y="5492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75252" y="184028"/>
            <a:ext cx="9000132" cy="2258215"/>
          </a:xfrm>
          <a:custGeom>
            <a:avLst/>
            <a:gdLst/>
            <a:ahLst/>
            <a:cxnLst/>
            <a:rect r="r" b="b" t="t" l="l"/>
            <a:pathLst>
              <a:path h="2258215" w="9000132">
                <a:moveTo>
                  <a:pt x="0" y="0"/>
                </a:moveTo>
                <a:lnTo>
                  <a:pt x="9000132" y="0"/>
                </a:lnTo>
                <a:lnTo>
                  <a:pt x="9000132" y="2258215"/>
                </a:lnTo>
                <a:lnTo>
                  <a:pt x="0" y="225821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930173" y="1353525"/>
            <a:ext cx="7634745" cy="8500222"/>
          </a:xfrm>
          <a:custGeom>
            <a:avLst/>
            <a:gdLst/>
            <a:ahLst/>
            <a:cxnLst/>
            <a:rect r="r" b="b" t="t" l="l"/>
            <a:pathLst>
              <a:path h="8500222" w="7634745">
                <a:moveTo>
                  <a:pt x="0" y="0"/>
                </a:moveTo>
                <a:lnTo>
                  <a:pt x="7634745" y="0"/>
                </a:lnTo>
                <a:lnTo>
                  <a:pt x="7634745" y="8500222"/>
                </a:lnTo>
                <a:lnTo>
                  <a:pt x="0" y="850022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245241" y="9751450"/>
            <a:ext cx="1684932" cy="233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6"/>
              </a:lnSpc>
            </a:pPr>
            <a:r>
              <a:rPr lang="en-US" b="true" sz="1739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PAGE 19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23999" y="1033606"/>
            <a:ext cx="11069562" cy="652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78"/>
              </a:lnSpc>
            </a:pPr>
            <a:r>
              <a:rPr lang="en-US" sz="4741" b="true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STATIC 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1872932" y="3775743"/>
            <a:ext cx="2091627" cy="2057400"/>
          </a:xfrm>
          <a:custGeom>
            <a:avLst/>
            <a:gdLst/>
            <a:ahLst/>
            <a:cxnLst/>
            <a:rect r="r" b="b" t="t" l="l"/>
            <a:pathLst>
              <a:path h="2057400" w="2091627">
                <a:moveTo>
                  <a:pt x="0" y="0"/>
                </a:moveTo>
                <a:lnTo>
                  <a:pt x="2091626" y="0"/>
                </a:lnTo>
                <a:lnTo>
                  <a:pt x="2091626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6213487" y="4574936"/>
            <a:ext cx="2091627" cy="2057400"/>
          </a:xfrm>
          <a:custGeom>
            <a:avLst/>
            <a:gdLst/>
            <a:ahLst/>
            <a:cxnLst/>
            <a:rect r="r" b="b" t="t" l="l"/>
            <a:pathLst>
              <a:path h="2057400" w="2091627">
                <a:moveTo>
                  <a:pt x="0" y="0"/>
                </a:moveTo>
                <a:lnTo>
                  <a:pt x="2091626" y="0"/>
                </a:lnTo>
                <a:lnTo>
                  <a:pt x="2091626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554912" y="2444935"/>
            <a:ext cx="6862605" cy="748374"/>
            <a:chOff x="0" y="0"/>
            <a:chExt cx="1807435" cy="19710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807435" cy="197103"/>
            </a:xfrm>
            <a:custGeom>
              <a:avLst/>
              <a:gdLst/>
              <a:ahLst/>
              <a:cxnLst/>
              <a:rect r="r" b="b" t="t" l="l"/>
              <a:pathLst>
                <a:path h="197103" w="1807435">
                  <a:moveTo>
                    <a:pt x="28203" y="0"/>
                  </a:moveTo>
                  <a:lnTo>
                    <a:pt x="1779232" y="0"/>
                  </a:lnTo>
                  <a:cubicBezTo>
                    <a:pt x="1794808" y="0"/>
                    <a:pt x="1807435" y="12627"/>
                    <a:pt x="1807435" y="28203"/>
                  </a:cubicBezTo>
                  <a:lnTo>
                    <a:pt x="1807435" y="168899"/>
                  </a:lnTo>
                  <a:cubicBezTo>
                    <a:pt x="1807435" y="176379"/>
                    <a:pt x="1804464" y="183553"/>
                    <a:pt x="1799175" y="188842"/>
                  </a:cubicBezTo>
                  <a:cubicBezTo>
                    <a:pt x="1793885" y="194131"/>
                    <a:pt x="1786712" y="197103"/>
                    <a:pt x="1779232" y="197103"/>
                  </a:cubicBezTo>
                  <a:lnTo>
                    <a:pt x="28203" y="197103"/>
                  </a:lnTo>
                  <a:cubicBezTo>
                    <a:pt x="12627" y="197103"/>
                    <a:pt x="0" y="184476"/>
                    <a:pt x="0" y="168899"/>
                  </a:cubicBezTo>
                  <a:lnTo>
                    <a:pt x="0" y="28203"/>
                  </a:lnTo>
                  <a:cubicBezTo>
                    <a:pt x="0" y="20723"/>
                    <a:pt x="2971" y="13550"/>
                    <a:pt x="8261" y="8261"/>
                  </a:cubicBezTo>
                  <a:cubicBezTo>
                    <a:pt x="13550" y="2971"/>
                    <a:pt x="20723" y="0"/>
                    <a:pt x="2820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28575"/>
              <a:ext cx="1807435" cy="168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909850" y="2674029"/>
            <a:ext cx="6152730" cy="307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46"/>
              </a:lnSpc>
              <a:spcBef>
                <a:spcPct val="0"/>
              </a:spcBef>
            </a:pPr>
            <a:r>
              <a:rPr lang="en-US" b="true" sz="2139" spc="72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CLASE SISTEMAESTACIONAMIENTO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54912" y="3410117"/>
            <a:ext cx="11233161" cy="1332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0304" indent="-265152" lvl="1">
              <a:lnSpc>
                <a:spcPts val="2579"/>
              </a:lnSpc>
              <a:buFont typeface="Arial"/>
              <a:buChar char="•"/>
            </a:pPr>
            <a:r>
              <a:rPr lang="en-US" sz="2456" spc="8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private static int totalEntradas;</a:t>
            </a:r>
          </a:p>
          <a:p>
            <a:pPr algn="just" marL="530304" indent="-265152" lvl="1">
              <a:lnSpc>
                <a:spcPts val="2579"/>
              </a:lnSpc>
              <a:buFont typeface="Arial"/>
              <a:buChar char="•"/>
            </a:pPr>
            <a:r>
              <a:rPr lang="en-US" sz="2456" spc="8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private static int totalSalidas;</a:t>
            </a:r>
          </a:p>
          <a:p>
            <a:pPr algn="just" marL="530304" indent="-265152" lvl="1">
              <a:lnSpc>
                <a:spcPts val="2579"/>
              </a:lnSpc>
              <a:buFont typeface="Arial"/>
              <a:buChar char="•"/>
            </a:pPr>
            <a:r>
              <a:rPr lang="en-US" sz="2456" spc="8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private static int consecutivoTicket;</a:t>
            </a:r>
          </a:p>
          <a:p>
            <a:pPr algn="just">
              <a:lnSpc>
                <a:spcPts val="2579"/>
              </a:lnSpc>
            </a:pPr>
          </a:p>
        </p:txBody>
      </p:sp>
      <p:grpSp>
        <p:nvGrpSpPr>
          <p:cNvPr name="Group 18" id="18"/>
          <p:cNvGrpSpPr/>
          <p:nvPr/>
        </p:nvGrpSpPr>
        <p:grpSpPr>
          <a:xfrm rot="0">
            <a:off x="554912" y="4729136"/>
            <a:ext cx="6862605" cy="748374"/>
            <a:chOff x="0" y="0"/>
            <a:chExt cx="1807435" cy="19710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807435" cy="197103"/>
            </a:xfrm>
            <a:custGeom>
              <a:avLst/>
              <a:gdLst/>
              <a:ahLst/>
              <a:cxnLst/>
              <a:rect r="r" b="b" t="t" l="l"/>
              <a:pathLst>
                <a:path h="197103" w="1807435">
                  <a:moveTo>
                    <a:pt x="28203" y="0"/>
                  </a:moveTo>
                  <a:lnTo>
                    <a:pt x="1779232" y="0"/>
                  </a:lnTo>
                  <a:cubicBezTo>
                    <a:pt x="1794808" y="0"/>
                    <a:pt x="1807435" y="12627"/>
                    <a:pt x="1807435" y="28203"/>
                  </a:cubicBezTo>
                  <a:lnTo>
                    <a:pt x="1807435" y="168899"/>
                  </a:lnTo>
                  <a:cubicBezTo>
                    <a:pt x="1807435" y="176379"/>
                    <a:pt x="1804464" y="183553"/>
                    <a:pt x="1799175" y="188842"/>
                  </a:cubicBezTo>
                  <a:cubicBezTo>
                    <a:pt x="1793885" y="194131"/>
                    <a:pt x="1786712" y="197103"/>
                    <a:pt x="1779232" y="197103"/>
                  </a:cubicBezTo>
                  <a:lnTo>
                    <a:pt x="28203" y="197103"/>
                  </a:lnTo>
                  <a:cubicBezTo>
                    <a:pt x="12627" y="197103"/>
                    <a:pt x="0" y="184476"/>
                    <a:pt x="0" y="168899"/>
                  </a:cubicBezTo>
                  <a:lnTo>
                    <a:pt x="0" y="28203"/>
                  </a:lnTo>
                  <a:cubicBezTo>
                    <a:pt x="0" y="20723"/>
                    <a:pt x="2971" y="13550"/>
                    <a:pt x="8261" y="8261"/>
                  </a:cubicBezTo>
                  <a:cubicBezTo>
                    <a:pt x="13550" y="2971"/>
                    <a:pt x="20723" y="0"/>
                    <a:pt x="2820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28575"/>
              <a:ext cx="1807435" cy="168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740744" y="4954354"/>
            <a:ext cx="4795081" cy="307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46"/>
              </a:lnSpc>
              <a:spcBef>
                <a:spcPct val="0"/>
              </a:spcBef>
            </a:pPr>
            <a:r>
              <a:rPr lang="en-US" b="true" sz="2139" spc="72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IMPORTANCIA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54912" y="5694318"/>
            <a:ext cx="9375260" cy="1804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78539" indent="-239269" lvl="1">
              <a:lnSpc>
                <a:spcPts val="2327"/>
              </a:lnSpc>
              <a:buFont typeface="Arial"/>
              <a:buChar char="•"/>
            </a:pPr>
            <a:r>
              <a:rPr lang="en-US" sz="2216" spc="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Representan estadísticas generales del sistema, no de un solo estacionamiento.</a:t>
            </a:r>
          </a:p>
          <a:p>
            <a:pPr algn="just" marL="478539" indent="-239269" lvl="1">
              <a:lnSpc>
                <a:spcPts val="2327"/>
              </a:lnSpc>
              <a:buFont typeface="Arial"/>
              <a:buChar char="•"/>
            </a:pPr>
            <a:r>
              <a:rPr lang="en-US" sz="2216" spc="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Garantizan un contador único de entradas, salidas y folios.</a:t>
            </a:r>
          </a:p>
          <a:p>
            <a:pPr algn="just" marL="478539" indent="-239269" lvl="1">
              <a:lnSpc>
                <a:spcPts val="2327"/>
              </a:lnSpc>
              <a:buFont typeface="Arial"/>
              <a:buChar char="•"/>
            </a:pPr>
            <a:r>
              <a:rPr lang="en-US" sz="2216" spc="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Evitan duplicación de información entre objetos.</a:t>
            </a:r>
          </a:p>
          <a:p>
            <a:pPr algn="just" marL="478539" indent="-239269" lvl="1">
              <a:lnSpc>
                <a:spcPts val="2327"/>
              </a:lnSpc>
              <a:buFont typeface="Arial"/>
              <a:buChar char="•"/>
            </a:pPr>
            <a:r>
              <a:rPr lang="en-US" sz="2216" spc="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Aseguran que todos los tickets tengan un folio irrepetible.</a:t>
            </a:r>
          </a:p>
          <a:p>
            <a:pPr algn="just">
              <a:lnSpc>
                <a:spcPts val="2327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97B2">
                <a:alpha val="100000"/>
              </a:srgbClr>
            </a:gs>
            <a:gs pos="50000">
              <a:srgbClr val="3A6A9E">
                <a:alpha val="100000"/>
              </a:srgbClr>
            </a:gs>
            <a:gs pos="100000">
              <a:srgbClr val="103863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416186" y="1135773"/>
            <a:ext cx="6994113" cy="8229600"/>
          </a:xfrm>
          <a:custGeom>
            <a:avLst/>
            <a:gdLst/>
            <a:ahLst/>
            <a:cxnLst/>
            <a:rect r="r" b="b" t="t" l="l"/>
            <a:pathLst>
              <a:path h="8229600" w="6994113">
                <a:moveTo>
                  <a:pt x="0" y="0"/>
                </a:moveTo>
                <a:lnTo>
                  <a:pt x="6994113" y="0"/>
                </a:lnTo>
                <a:lnTo>
                  <a:pt x="699411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365251" y="-1543050"/>
            <a:ext cx="4199655" cy="3086100"/>
            <a:chOff x="0" y="0"/>
            <a:chExt cx="1106082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06082" cy="812800"/>
            </a:xfrm>
            <a:custGeom>
              <a:avLst/>
              <a:gdLst/>
              <a:ahLst/>
              <a:cxnLst/>
              <a:rect r="r" b="b" t="t" l="l"/>
              <a:pathLst>
                <a:path h="812800" w="1106082">
                  <a:moveTo>
                    <a:pt x="46087" y="0"/>
                  </a:moveTo>
                  <a:lnTo>
                    <a:pt x="1059995" y="0"/>
                  </a:lnTo>
                  <a:cubicBezTo>
                    <a:pt x="1072218" y="0"/>
                    <a:pt x="1083941" y="4856"/>
                    <a:pt x="1092584" y="13498"/>
                  </a:cubicBezTo>
                  <a:cubicBezTo>
                    <a:pt x="1101226" y="22141"/>
                    <a:pt x="1106082" y="33864"/>
                    <a:pt x="1106082" y="46087"/>
                  </a:cubicBezTo>
                  <a:lnTo>
                    <a:pt x="1106082" y="766713"/>
                  </a:lnTo>
                  <a:cubicBezTo>
                    <a:pt x="1106082" y="778936"/>
                    <a:pt x="1101226" y="790659"/>
                    <a:pt x="1092584" y="799302"/>
                  </a:cubicBezTo>
                  <a:cubicBezTo>
                    <a:pt x="1083941" y="807944"/>
                    <a:pt x="1072218" y="812800"/>
                    <a:pt x="1059995" y="812800"/>
                  </a:cubicBezTo>
                  <a:lnTo>
                    <a:pt x="46087" y="812800"/>
                  </a:lnTo>
                  <a:cubicBezTo>
                    <a:pt x="33864" y="812800"/>
                    <a:pt x="22141" y="807944"/>
                    <a:pt x="13498" y="799302"/>
                  </a:cubicBezTo>
                  <a:cubicBezTo>
                    <a:pt x="4856" y="790659"/>
                    <a:pt x="0" y="778936"/>
                    <a:pt x="0" y="766713"/>
                  </a:cubicBezTo>
                  <a:lnTo>
                    <a:pt x="0" y="46087"/>
                  </a:lnTo>
                  <a:cubicBezTo>
                    <a:pt x="0" y="33864"/>
                    <a:pt x="4856" y="22141"/>
                    <a:pt x="13498" y="13498"/>
                  </a:cubicBezTo>
                  <a:cubicBezTo>
                    <a:pt x="22141" y="4856"/>
                    <a:pt x="33864" y="0"/>
                    <a:pt x="4608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1106082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600950" y="9365373"/>
            <a:ext cx="3086100" cy="308610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2716" y="0"/>
                  </a:moveTo>
                  <a:lnTo>
                    <a:pt x="750084" y="0"/>
                  </a:lnTo>
                  <a:cubicBezTo>
                    <a:pt x="766717" y="0"/>
                    <a:pt x="782669" y="6608"/>
                    <a:pt x="794431" y="18369"/>
                  </a:cubicBezTo>
                  <a:cubicBezTo>
                    <a:pt x="806192" y="30131"/>
                    <a:pt x="812800" y="46083"/>
                    <a:pt x="812800" y="62716"/>
                  </a:cubicBezTo>
                  <a:lnTo>
                    <a:pt x="812800" y="750084"/>
                  </a:lnTo>
                  <a:cubicBezTo>
                    <a:pt x="812800" y="766717"/>
                    <a:pt x="806192" y="782669"/>
                    <a:pt x="794431" y="794431"/>
                  </a:cubicBezTo>
                  <a:cubicBezTo>
                    <a:pt x="782669" y="806192"/>
                    <a:pt x="766717" y="812800"/>
                    <a:pt x="750084" y="812800"/>
                  </a:cubicBezTo>
                  <a:lnTo>
                    <a:pt x="62716" y="812800"/>
                  </a:lnTo>
                  <a:cubicBezTo>
                    <a:pt x="46083" y="812800"/>
                    <a:pt x="30131" y="806192"/>
                    <a:pt x="18369" y="794431"/>
                  </a:cubicBezTo>
                  <a:cubicBezTo>
                    <a:pt x="6608" y="782669"/>
                    <a:pt x="0" y="766717"/>
                    <a:pt x="0" y="750084"/>
                  </a:cubicBezTo>
                  <a:lnTo>
                    <a:pt x="0" y="62716"/>
                  </a:lnTo>
                  <a:cubicBezTo>
                    <a:pt x="0" y="46083"/>
                    <a:pt x="6608" y="30131"/>
                    <a:pt x="18369" y="18369"/>
                  </a:cubicBezTo>
                  <a:cubicBezTo>
                    <a:pt x="30131" y="6608"/>
                    <a:pt x="46083" y="0"/>
                    <a:pt x="6271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8128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3762244" y="2186245"/>
            <a:ext cx="6994113" cy="8229600"/>
          </a:xfrm>
          <a:custGeom>
            <a:avLst/>
            <a:gdLst/>
            <a:ahLst/>
            <a:cxnLst/>
            <a:rect r="r" b="b" t="t" l="l"/>
            <a:pathLst>
              <a:path h="8229600" w="6994113">
                <a:moveTo>
                  <a:pt x="0" y="0"/>
                </a:moveTo>
                <a:lnTo>
                  <a:pt x="6994112" y="0"/>
                </a:lnTo>
                <a:lnTo>
                  <a:pt x="699411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28700" y="1653955"/>
            <a:ext cx="16514364" cy="7086163"/>
          </a:xfrm>
          <a:custGeom>
            <a:avLst/>
            <a:gdLst/>
            <a:ahLst/>
            <a:cxnLst/>
            <a:rect r="r" b="b" t="t" l="l"/>
            <a:pathLst>
              <a:path h="7086163" w="16514364">
                <a:moveTo>
                  <a:pt x="0" y="0"/>
                </a:moveTo>
                <a:lnTo>
                  <a:pt x="16514364" y="0"/>
                </a:lnTo>
                <a:lnTo>
                  <a:pt x="16514364" y="7086163"/>
                </a:lnTo>
                <a:lnTo>
                  <a:pt x="0" y="708616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245241" y="9751450"/>
            <a:ext cx="1684932" cy="233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6"/>
              </a:lnSpc>
            </a:pPr>
            <a:r>
              <a:rPr lang="en-US" b="true" sz="1739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PAGE 20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108024" y="4190186"/>
            <a:ext cx="11959365" cy="1407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05"/>
              </a:lnSpc>
            </a:pPr>
            <a:r>
              <a:rPr lang="en-US" b="true" sz="10195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DAG_iTumHNA</dc:identifier>
  <dcterms:modified xsi:type="dcterms:W3CDTF">2011-08-01T06:04:30Z</dcterms:modified>
  <cp:revision>1</cp:revision>
  <dc:title>Green and Blue Futuristic Technology Computer Science Presentation</dc:title>
</cp:coreProperties>
</file>